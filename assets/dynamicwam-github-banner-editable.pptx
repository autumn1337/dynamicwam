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b9d6d05ca4927" /><Relationship Type="http://schemas.openxmlformats.org/officeDocument/2006/relationships/extended-properties" Target="/docProps/app.xml" Id="R339ce28835484e8f" /><Relationship Type="http://schemas.openxmlformats.org/officeDocument/2006/relationships/officeDocument" Target="/ppt/presentation.xml" Id="Refa6ab02a7ea41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4d51908354504"/>
  </p:sldMasterIdLst>
  <p:notesMasterIdLst>
    <p:notesMasterId xmlns:r="http://schemas.openxmlformats.org/officeDocument/2006/relationships" r:id="Rb330a11927cd4c2b"/>
  </p:notesMasterIdLst>
  <p:sldIdLst>
    <p:sldId xmlns:r="http://schemas.openxmlformats.org/officeDocument/2006/relationships" id="256" r:id="R094c729dcfba4cbe"/>
  </p:sldIdLst>
  <p:sldSz cx="18888075" cy="7553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6df772a566469e" /><Relationship Type="http://schemas.openxmlformats.org/officeDocument/2006/relationships/slideMaster" Target="/ppt/slideMasters/slideMaster1.xml" Id="R4be4d51908354504" /><Relationship Type="http://schemas.openxmlformats.org/officeDocument/2006/relationships/notesMaster" Target="/ppt/notesMasters/notesMaster1.xml" Id="Rb330a11927cd4c2b" /><Relationship Type="http://schemas.openxmlformats.org/officeDocument/2006/relationships/presProps" Target="/ppt/presProps.xml" Id="R6d7ceb41ff804024" /><Relationship Type="http://schemas.openxmlformats.org/officeDocument/2006/relationships/tableStyles" Target="/ppt/tableStyles.xml" Id="R12b27432aee94fe4" /><Relationship Type="http://schemas.openxmlformats.org/officeDocument/2006/relationships/slide" Target="/ppt/slides/slide1.xml" Id="R094c729dcfba4c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fcd466fe12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23825" dist="60241" dir="4293903">
              <a:srgbClr val="06479D">
                <a:alpha val="20000"/>
              </a:srgbClr>
            </a:outerShdw>
          </a:effectLst>
        </a:effectStyle>
        <a:effectStyle>
          <a:effectLst>
            <a:outerShdw blurRad="123825" dist="60241" dir="4293903">
              <a:srgbClr val="087C9D">
                <a:alpha val="18000"/>
              </a:srgbClr>
            </a:outerShdw>
          </a:effectLst>
        </a:effectStyle>
        <a:effectStyle>
          <a:effectLst>
            <a:outerShdw blurRad="76200" dist="39273" dir="4557825">
              <a:srgbClr val="C97808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e40a6ba8b44f8a" /><Relationship Type="http://schemas.openxmlformats.org/officeDocument/2006/relationships/notesMaster" Target="/ppt/notesMasters/notesMaster1.xml" Id="R471f1a00122e43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DynamicWAM light banner (visual reconstruction reference; no external claims).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fff3a003b44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a4e3ae20704f59" /><Relationship Type="http://schemas.openxmlformats.org/officeDocument/2006/relationships/slideLayout" Target="/ppt/slideLayouts/slideLayout1.xml" Id="R58abd0d1708343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bd0d1708343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23825" dist="60241" dir="4293903">
              <a:srgbClr val="06479D">
                <a:alpha val="20000"/>
              </a:srgbClr>
            </a:outerShdw>
          </a:effectLst>
        </a:effectStyle>
        <a:effectStyle>
          <a:effectLst>
            <a:outerShdw blurRad="123825" dist="60241" dir="4293903">
              <a:srgbClr val="087C9D">
                <a:alpha val="18000"/>
              </a:srgbClr>
            </a:outerShdw>
          </a:effectLst>
        </a:effectStyle>
        <a:effectStyle>
          <a:effectLst>
            <a:outerShdw blurRad="76200" dist="39273" dir="4557825">
              <a:srgbClr val="C97808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43ff4958a4532" /><Relationship Type="http://schemas.openxmlformats.org/officeDocument/2006/relationships/notesSlide" Target="/ppt/notesSlides/notesSlide1.xml" Id="Rf8420f561da146a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2000">
              <a:srgbClr val="FBFCFF"/>
            </a:gs>
            <a:gs pos="100000">
              <a:srgbClr val="F7F9F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oft-top-wash">
            <a:extLst xmlns:a="http://schemas.openxmlformats.org/drawingml/2006/main">
              <a:ext uri="{FF2B5EF4-FFF2-40B4-BE49-F238E27FC236}">
                <a16:creationId xmlns:a16="http://schemas.microsoft.com/office/drawing/2014/main" id="{8000CD80-9990-42DF-99C1-9ADA5E1D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10668000" cy="32861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F3FF">
                  <a:alpha val="8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soft-bottom-wash">
            <a:extLst xmlns:a="http://schemas.openxmlformats.org/drawingml/2006/main">
              <a:ext uri="{FF2B5EF4-FFF2-40B4-BE49-F238E27FC236}">
                <a16:creationId xmlns:a16="http://schemas.microsoft.com/office/drawing/2014/main" id="{8B5ACFA3-D1BB-4A7E-8ED3-DA7F9FCD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2001500" cy="27908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EF6FF">
                  <a:alpha val="72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flow-lower-01">
            <a:extLst xmlns:a="http://schemas.openxmlformats.org/drawingml/2006/main">
              <a:ext uri="{FF2B5EF4-FFF2-40B4-BE49-F238E27FC236}">
                <a16:creationId xmlns:a16="http://schemas.microsoft.com/office/drawing/2014/main" id="{F77F1146-3F54-4E52-A6C6-4F4FF956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191000"/>
            <a:ext cx="18869025" cy="876300"/>
          </a:xfrm>
          <a:custGeom xmlns:a="http://schemas.openxmlformats.org/drawingml/2006/main">
            <a:pathLst>
              <a:path w="18869025" h="876300">
                <a:moveTo>
                  <a:pt x="9525" y="684294"/>
                </a:moveTo>
                <a:lnTo>
                  <a:pt x="214416" y="764513"/>
                </a:lnTo>
                <a:lnTo>
                  <a:pt x="419307" y="823854"/>
                </a:lnTo>
                <a:lnTo>
                  <a:pt x="624198" y="856919"/>
                </a:lnTo>
                <a:lnTo>
                  <a:pt x="829089" y="863102"/>
                </a:lnTo>
                <a:lnTo>
                  <a:pt x="1033980" y="846534"/>
                </a:lnTo>
                <a:lnTo>
                  <a:pt x="1238871" y="815038"/>
                </a:lnTo>
                <a:lnTo>
                  <a:pt x="1443762" y="778336"/>
                </a:lnTo>
                <a:lnTo>
                  <a:pt x="1648653" y="745880"/>
                </a:lnTo>
                <a:lnTo>
                  <a:pt x="1853544" y="724773"/>
                </a:lnTo>
                <a:lnTo>
                  <a:pt x="2058435" y="718240"/>
                </a:lnTo>
                <a:lnTo>
                  <a:pt x="2263326" y="724956"/>
                </a:lnTo>
                <a:lnTo>
                  <a:pt x="2468217" y="739386"/>
                </a:lnTo>
                <a:lnTo>
                  <a:pt x="2673108" y="753056"/>
                </a:lnTo>
                <a:lnTo>
                  <a:pt x="2877999" y="756494"/>
                </a:lnTo>
                <a:lnTo>
                  <a:pt x="3082890" y="741402"/>
                </a:lnTo>
                <a:lnTo>
                  <a:pt x="3287782" y="702618"/>
                </a:lnTo>
                <a:lnTo>
                  <a:pt x="3492673" y="639417"/>
                </a:lnTo>
                <a:lnTo>
                  <a:pt x="3697564" y="555892"/>
                </a:lnTo>
                <a:lnTo>
                  <a:pt x="3902455" y="460316"/>
                </a:lnTo>
                <a:lnTo>
                  <a:pt x="4107346" y="363609"/>
                </a:lnTo>
                <a:lnTo>
                  <a:pt x="4312237" y="277250"/>
                </a:lnTo>
                <a:lnTo>
                  <a:pt x="4517128" y="211050"/>
                </a:lnTo>
                <a:lnTo>
                  <a:pt x="4722019" y="171277"/>
                </a:lnTo>
                <a:lnTo>
                  <a:pt x="4926910" y="159508"/>
                </a:lnTo>
                <a:lnTo>
                  <a:pt x="5131801" y="172460"/>
                </a:lnTo>
                <a:lnTo>
                  <a:pt x="5336692" y="202831"/>
                </a:lnTo>
                <a:lnTo>
                  <a:pt x="5541583" y="240962"/>
                </a:lnTo>
                <a:lnTo>
                  <a:pt x="5746474" y="276962"/>
                </a:lnTo>
                <a:lnTo>
                  <a:pt x="5951365" y="302856"/>
                </a:lnTo>
                <a:lnTo>
                  <a:pt x="6156256" y="314273"/>
                </a:lnTo>
                <a:lnTo>
                  <a:pt x="6361147" y="311335"/>
                </a:lnTo>
                <a:lnTo>
                  <a:pt x="6566038" y="298551"/>
                </a:lnTo>
                <a:lnTo>
                  <a:pt x="6770929" y="283729"/>
                </a:lnTo>
                <a:lnTo>
                  <a:pt x="6975820" y="276171"/>
                </a:lnTo>
                <a:lnTo>
                  <a:pt x="7180711" y="284503"/>
                </a:lnTo>
                <a:lnTo>
                  <a:pt x="7385602" y="314641"/>
                </a:lnTo>
                <a:lnTo>
                  <a:pt x="7590493" y="368303"/>
                </a:lnTo>
                <a:lnTo>
                  <a:pt x="7795384" y="442419"/>
                </a:lnTo>
                <a:lnTo>
                  <a:pt x="8000275" y="529544"/>
                </a:lnTo>
                <a:lnTo>
                  <a:pt x="8205166" y="619212"/>
                </a:lnTo>
                <a:lnTo>
                  <a:pt x="8410057" y="699938"/>
                </a:lnTo>
                <a:lnTo>
                  <a:pt x="8614948" y="761449"/>
                </a:lnTo>
                <a:lnTo>
                  <a:pt x="8819839" y="796679"/>
                </a:lnTo>
                <a:lnTo>
                  <a:pt x="9024730" y="803100"/>
                </a:lnTo>
                <a:lnTo>
                  <a:pt x="9229621" y="783111"/>
                </a:lnTo>
                <a:lnTo>
                  <a:pt x="9434513" y="743416"/>
                </a:lnTo>
                <a:lnTo>
                  <a:pt x="9639404" y="693511"/>
                </a:lnTo>
                <a:lnTo>
                  <a:pt x="9844295" y="643619"/>
                </a:lnTo>
                <a:lnTo>
                  <a:pt x="10049186" y="602501"/>
                </a:lnTo>
                <a:lnTo>
                  <a:pt x="10254077" y="575626"/>
                </a:lnTo>
                <a:lnTo>
                  <a:pt x="10458968" y="564074"/>
                </a:lnTo>
                <a:lnTo>
                  <a:pt x="10663859" y="564416"/>
                </a:lnTo>
                <a:lnTo>
                  <a:pt x="10868750" y="569582"/>
                </a:lnTo>
                <a:lnTo>
                  <a:pt x="11073641" y="570544"/>
                </a:lnTo>
                <a:lnTo>
                  <a:pt x="11278532" y="558432"/>
                </a:lnTo>
                <a:lnTo>
                  <a:pt x="11483423" y="526645"/>
                </a:lnTo>
                <a:lnTo>
                  <a:pt x="11688314" y="472479"/>
                </a:lnTo>
                <a:lnTo>
                  <a:pt x="11893205" y="397949"/>
                </a:lnTo>
                <a:lnTo>
                  <a:pt x="12098096" y="309589"/>
                </a:lnTo>
                <a:lnTo>
                  <a:pt x="12302987" y="217295"/>
                </a:lnTo>
                <a:lnTo>
                  <a:pt x="12507878" y="132432"/>
                </a:lnTo>
                <a:lnTo>
                  <a:pt x="12712769" y="65620"/>
                </a:lnTo>
                <a:lnTo>
                  <a:pt x="12917660" y="24647"/>
                </a:lnTo>
                <a:lnTo>
                  <a:pt x="13122551" y="12965"/>
                </a:lnTo>
                <a:lnTo>
                  <a:pt x="13327442" y="29079"/>
                </a:lnTo>
                <a:lnTo>
                  <a:pt x="13532333" y="66955"/>
                </a:lnTo>
                <a:lnTo>
                  <a:pt x="13737224" y="117362"/>
                </a:lnTo>
                <a:lnTo>
                  <a:pt x="13942115" y="169855"/>
                </a:lnTo>
                <a:lnTo>
                  <a:pt x="14147006" y="214980"/>
                </a:lnTo>
                <a:lnTo>
                  <a:pt x="14351897" y="246231"/>
                </a:lnTo>
                <a:lnTo>
                  <a:pt x="14556788" y="261337"/>
                </a:lnTo>
                <a:lnTo>
                  <a:pt x="14761679" y="262618"/>
                </a:lnTo>
                <a:lnTo>
                  <a:pt x="14966570" y="256325"/>
                </a:lnTo>
                <a:lnTo>
                  <a:pt x="15171461" y="251121"/>
                </a:lnTo>
                <a:lnTo>
                  <a:pt x="15376352" y="256026"/>
                </a:lnTo>
                <a:lnTo>
                  <a:pt x="15581243" y="278264"/>
                </a:lnTo>
                <a:lnTo>
                  <a:pt x="15786135" y="321492"/>
                </a:lnTo>
                <a:lnTo>
                  <a:pt x="15991026" y="384779"/>
                </a:lnTo>
                <a:lnTo>
                  <a:pt x="16195917" y="462574"/>
                </a:lnTo>
                <a:lnTo>
                  <a:pt x="16400808" y="545662"/>
                </a:lnTo>
                <a:lnTo>
                  <a:pt x="16605699" y="622919"/>
                </a:lnTo>
                <a:lnTo>
                  <a:pt x="16810590" y="683497"/>
                </a:lnTo>
                <a:lnTo>
                  <a:pt x="17015481" y="718970"/>
                </a:lnTo>
                <a:lnTo>
                  <a:pt x="17220372" y="725004"/>
                </a:lnTo>
                <a:lnTo>
                  <a:pt x="17425263" y="702173"/>
                </a:lnTo>
                <a:lnTo>
                  <a:pt x="17630154" y="655776"/>
                </a:lnTo>
                <a:lnTo>
                  <a:pt x="17835045" y="594681"/>
                </a:lnTo>
                <a:lnTo>
                  <a:pt x="18039936" y="529443"/>
                </a:lnTo>
                <a:lnTo>
                  <a:pt x="18244827" y="470106"/>
                </a:lnTo>
                <a:lnTo>
                  <a:pt x="18449718" y="424142"/>
                </a:lnTo>
                <a:lnTo>
                  <a:pt x="18654609" y="394988"/>
                </a:lnTo>
                <a:lnTo>
                  <a:pt x="18859500" y="381457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9D6F6"/>
            </a:solidFill>
            <a:prstDash val="solid"/>
          </a:ln>
        </p:spPr>
      </p:sp>
      <p:sp>
        <p:nvSpPr>
          <p:cNvPr id="4" name="flow-lower-02">
            <a:extLst xmlns:a="http://schemas.openxmlformats.org/drawingml/2006/main">
              <a:ext uri="{FF2B5EF4-FFF2-40B4-BE49-F238E27FC236}">
                <a16:creationId xmlns:a16="http://schemas.microsoft.com/office/drawing/2014/main" id="{AD718848-C015-44F2-884A-DC5E31F6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286250"/>
            <a:ext cx="18869025" cy="981075"/>
          </a:xfrm>
          <a:custGeom xmlns:a="http://schemas.openxmlformats.org/drawingml/2006/main">
            <a:pathLst>
              <a:path w="18869025" h="981075">
                <a:moveTo>
                  <a:pt x="9525" y="886835"/>
                </a:moveTo>
                <a:lnTo>
                  <a:pt x="214416" y="936955"/>
                </a:lnTo>
                <a:lnTo>
                  <a:pt x="419307" y="963372"/>
                </a:lnTo>
                <a:lnTo>
                  <a:pt x="624198" y="966296"/>
                </a:lnTo>
                <a:lnTo>
                  <a:pt x="829089" y="948615"/>
                </a:lnTo>
                <a:lnTo>
                  <a:pt x="1033980" y="915386"/>
                </a:lnTo>
                <a:lnTo>
                  <a:pt x="1238871" y="873027"/>
                </a:lnTo>
                <a:lnTo>
                  <a:pt x="1443762" y="828334"/>
                </a:lnTo>
                <a:lnTo>
                  <a:pt x="1648653" y="787455"/>
                </a:lnTo>
                <a:lnTo>
                  <a:pt x="1853544" y="754994"/>
                </a:lnTo>
                <a:lnTo>
                  <a:pt x="2058435" y="733353"/>
                </a:lnTo>
                <a:lnTo>
                  <a:pt x="2263326" y="722429"/>
                </a:lnTo>
                <a:lnTo>
                  <a:pt x="2468217" y="719691"/>
                </a:lnTo>
                <a:lnTo>
                  <a:pt x="2673108" y="720646"/>
                </a:lnTo>
                <a:lnTo>
                  <a:pt x="2877999" y="719597"/>
                </a:lnTo>
                <a:lnTo>
                  <a:pt x="3082890" y="710604"/>
                </a:lnTo>
                <a:lnTo>
                  <a:pt x="3287782" y="688492"/>
                </a:lnTo>
                <a:lnTo>
                  <a:pt x="3492673" y="649745"/>
                </a:lnTo>
                <a:lnTo>
                  <a:pt x="3697564" y="593176"/>
                </a:lnTo>
                <a:lnTo>
                  <a:pt x="3902455" y="520248"/>
                </a:lnTo>
                <a:lnTo>
                  <a:pt x="4107346" y="435006"/>
                </a:lnTo>
                <a:lnTo>
                  <a:pt x="4312237" y="343623"/>
                </a:lnTo>
                <a:lnTo>
                  <a:pt x="4517128" y="253634"/>
                </a:lnTo>
                <a:lnTo>
                  <a:pt x="4722019" y="172944"/>
                </a:lnTo>
                <a:lnTo>
                  <a:pt x="4926910" y="108787"/>
                </a:lnTo>
                <a:lnTo>
                  <a:pt x="5131801" y="66748"/>
                </a:lnTo>
                <a:lnTo>
                  <a:pt x="5336692" y="50030"/>
                </a:lnTo>
                <a:lnTo>
                  <a:pt x="5541583" y="59037"/>
                </a:lnTo>
                <a:lnTo>
                  <a:pt x="5746474" y="91354"/>
                </a:lnTo>
                <a:lnTo>
                  <a:pt x="5951365" y="142126"/>
                </a:lnTo>
                <a:lnTo>
                  <a:pt x="6156256" y="204759"/>
                </a:lnTo>
                <a:lnTo>
                  <a:pt x="6361147" y="271873"/>
                </a:lnTo>
                <a:lnTo>
                  <a:pt x="6566038" y="336337"/>
                </a:lnTo>
                <a:lnTo>
                  <a:pt x="6770929" y="392248"/>
                </a:lnTo>
                <a:lnTo>
                  <a:pt x="6975820" y="435718"/>
                </a:lnTo>
                <a:lnTo>
                  <a:pt x="7180711" y="465337"/>
                </a:lnTo>
                <a:lnTo>
                  <a:pt x="7385602" y="482265"/>
                </a:lnTo>
                <a:lnTo>
                  <a:pt x="7590493" y="489927"/>
                </a:lnTo>
                <a:lnTo>
                  <a:pt x="7795384" y="493371"/>
                </a:lnTo>
                <a:lnTo>
                  <a:pt x="8000275" y="498376"/>
                </a:lnTo>
                <a:lnTo>
                  <a:pt x="8205166" y="510458"/>
                </a:lnTo>
                <a:lnTo>
                  <a:pt x="8410057" y="533901"/>
                </a:lnTo>
                <a:lnTo>
                  <a:pt x="8614948" y="570992"/>
                </a:lnTo>
                <a:lnTo>
                  <a:pt x="8819839" y="621541"/>
                </a:lnTo>
                <a:lnTo>
                  <a:pt x="9024730" y="682789"/>
                </a:lnTo>
                <a:lnTo>
                  <a:pt x="9229621" y="749696"/>
                </a:lnTo>
                <a:lnTo>
                  <a:pt x="9434513" y="815594"/>
                </a:lnTo>
                <a:lnTo>
                  <a:pt x="9639404" y="873085"/>
                </a:lnTo>
                <a:lnTo>
                  <a:pt x="9844295" y="915071"/>
                </a:lnTo>
                <a:lnTo>
                  <a:pt x="10049186" y="935769"/>
                </a:lnTo>
                <a:lnTo>
                  <a:pt x="10254077" y="931537"/>
                </a:lnTo>
                <a:lnTo>
                  <a:pt x="10458968" y="901426"/>
                </a:lnTo>
                <a:lnTo>
                  <a:pt x="10663859" y="847341"/>
                </a:lnTo>
                <a:lnTo>
                  <a:pt x="10868750" y="773815"/>
                </a:lnTo>
                <a:lnTo>
                  <a:pt x="11073641" y="687410"/>
                </a:lnTo>
                <a:lnTo>
                  <a:pt x="11278532" y="595841"/>
                </a:lnTo>
                <a:lnTo>
                  <a:pt x="11483423" y="506944"/>
                </a:lnTo>
                <a:lnTo>
                  <a:pt x="11688314" y="427642"/>
                </a:lnTo>
                <a:lnTo>
                  <a:pt x="11893205" y="363061"/>
                </a:lnTo>
                <a:lnTo>
                  <a:pt x="12098096" y="315912"/>
                </a:lnTo>
                <a:lnTo>
                  <a:pt x="12302987" y="286238"/>
                </a:lnTo>
                <a:lnTo>
                  <a:pt x="12507878" y="271560"/>
                </a:lnTo>
                <a:lnTo>
                  <a:pt x="12712769" y="267383"/>
                </a:lnTo>
                <a:lnTo>
                  <a:pt x="12917660" y="268008"/>
                </a:lnTo>
                <a:lnTo>
                  <a:pt x="13122551" y="267502"/>
                </a:lnTo>
                <a:lnTo>
                  <a:pt x="13327442" y="260697"/>
                </a:lnTo>
                <a:lnTo>
                  <a:pt x="13532333" y="244064"/>
                </a:lnTo>
                <a:lnTo>
                  <a:pt x="13737224" y="216327"/>
                </a:lnTo>
                <a:lnTo>
                  <a:pt x="13942115" y="178726"/>
                </a:lnTo>
                <a:lnTo>
                  <a:pt x="14147006" y="134896"/>
                </a:lnTo>
                <a:lnTo>
                  <a:pt x="14351897" y="90363"/>
                </a:lnTo>
                <a:lnTo>
                  <a:pt x="14556788" y="51746"/>
                </a:lnTo>
                <a:lnTo>
                  <a:pt x="14761679" y="25776"/>
                </a:lnTo>
                <a:lnTo>
                  <a:pt x="14966570" y="18270"/>
                </a:lnTo>
                <a:lnTo>
                  <a:pt x="15171461" y="33227"/>
                </a:lnTo>
                <a:lnTo>
                  <a:pt x="15376352" y="72163"/>
                </a:lnTo>
                <a:lnTo>
                  <a:pt x="15581243" y="133802"/>
                </a:lnTo>
                <a:lnTo>
                  <a:pt x="15786135" y="214150"/>
                </a:lnTo>
                <a:lnTo>
                  <a:pt x="15991026" y="306970"/>
                </a:lnTo>
                <a:lnTo>
                  <a:pt x="16195917" y="404561"/>
                </a:lnTo>
                <a:lnTo>
                  <a:pt x="16400808" y="498753"/>
                </a:lnTo>
                <a:lnTo>
                  <a:pt x="16605699" y="581966"/>
                </a:lnTo>
                <a:lnTo>
                  <a:pt x="16810590" y="648176"/>
                </a:lnTo>
                <a:lnTo>
                  <a:pt x="17015481" y="693653"/>
                </a:lnTo>
                <a:lnTo>
                  <a:pt x="17220372" y="717372"/>
                </a:lnTo>
                <a:lnTo>
                  <a:pt x="17425263" y="721028"/>
                </a:lnTo>
                <a:lnTo>
                  <a:pt x="17630154" y="708661"/>
                </a:lnTo>
                <a:lnTo>
                  <a:pt x="17835045" y="685951"/>
                </a:lnTo>
                <a:lnTo>
                  <a:pt x="18039936" y="659293"/>
                </a:lnTo>
                <a:lnTo>
                  <a:pt x="18244827" y="634772"/>
                </a:lnTo>
                <a:lnTo>
                  <a:pt x="18449718" y="617216"/>
                </a:lnTo>
                <a:lnTo>
                  <a:pt x="18654609" y="609451"/>
                </a:lnTo>
                <a:lnTo>
                  <a:pt x="18859500" y="61187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0E4FA"/>
            </a:solidFill>
            <a:prstDash val="solid"/>
          </a:ln>
        </p:spPr>
      </p:sp>
      <p:sp>
        <p:nvSpPr>
          <p:cNvPr id="5" name="flow-lower-03">
            <a:extLst xmlns:a="http://schemas.openxmlformats.org/drawingml/2006/main">
              <a:ext uri="{FF2B5EF4-FFF2-40B4-BE49-F238E27FC236}">
                <a16:creationId xmlns:a16="http://schemas.microsoft.com/office/drawing/2014/main" id="{435B5D61-77E9-4CBC-846C-1B6BCC17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505325"/>
            <a:ext cx="18869025" cy="847725"/>
          </a:xfrm>
          <a:custGeom xmlns:a="http://schemas.openxmlformats.org/drawingml/2006/main">
            <a:pathLst>
              <a:path w="18869025" h="847725">
                <a:moveTo>
                  <a:pt x="9525" y="820742"/>
                </a:moveTo>
                <a:lnTo>
                  <a:pt x="214416" y="831211"/>
                </a:lnTo>
                <a:lnTo>
                  <a:pt x="419307" y="825680"/>
                </a:lnTo>
                <a:lnTo>
                  <a:pt x="624198" y="809204"/>
                </a:lnTo>
                <a:lnTo>
                  <a:pt x="829089" y="787601"/>
                </a:lnTo>
                <a:lnTo>
                  <a:pt x="1033980" y="766301"/>
                </a:lnTo>
                <a:lnTo>
                  <a:pt x="1238871" y="749303"/>
                </a:lnTo>
                <a:lnTo>
                  <a:pt x="1443762" y="738422"/>
                </a:lnTo>
                <a:lnTo>
                  <a:pt x="1648653" y="732973"/>
                </a:lnTo>
                <a:lnTo>
                  <a:pt x="1853544" y="729953"/>
                </a:lnTo>
                <a:lnTo>
                  <a:pt x="2058435" y="724678"/>
                </a:lnTo>
                <a:lnTo>
                  <a:pt x="2263326" y="711766"/>
                </a:lnTo>
                <a:lnTo>
                  <a:pt x="2468217" y="686267"/>
                </a:lnTo>
                <a:lnTo>
                  <a:pt x="2673108" y="644734"/>
                </a:lnTo>
                <a:lnTo>
                  <a:pt x="2877999" y="586035"/>
                </a:lnTo>
                <a:lnTo>
                  <a:pt x="3082890" y="511736"/>
                </a:lnTo>
                <a:lnTo>
                  <a:pt x="3287782" y="426000"/>
                </a:lnTo>
                <a:lnTo>
                  <a:pt x="3492673" y="334999"/>
                </a:lnTo>
                <a:lnTo>
                  <a:pt x="3697564" y="245955"/>
                </a:lnTo>
                <a:lnTo>
                  <a:pt x="3902455" y="165988"/>
                </a:lnTo>
                <a:lnTo>
                  <a:pt x="4107346" y="100968"/>
                </a:lnTo>
                <a:lnTo>
                  <a:pt x="4312237" y="54601"/>
                </a:lnTo>
                <a:lnTo>
                  <a:pt x="4517128" y="27902"/>
                </a:lnTo>
                <a:lnTo>
                  <a:pt x="4722019" y="19156"/>
                </a:lnTo>
                <a:lnTo>
                  <a:pt x="4926910" y="24375"/>
                </a:lnTo>
                <a:lnTo>
                  <a:pt x="5131801" y="38150"/>
                </a:lnTo>
                <a:lnTo>
                  <a:pt x="5336692" y="54752"/>
                </a:lnTo>
                <a:lnTo>
                  <a:pt x="5541583" y="69264"/>
                </a:lnTo>
                <a:lnTo>
                  <a:pt x="5746474" y="78533"/>
                </a:lnTo>
                <a:lnTo>
                  <a:pt x="5951365" y="81770"/>
                </a:lnTo>
                <a:lnTo>
                  <a:pt x="6156256" y="80669"/>
                </a:lnTo>
                <a:lnTo>
                  <a:pt x="6361147" y="79047"/>
                </a:lnTo>
                <a:lnTo>
                  <a:pt x="6566038" y="82046"/>
                </a:lnTo>
                <a:lnTo>
                  <a:pt x="6770929" y="95080"/>
                </a:lnTo>
                <a:lnTo>
                  <a:pt x="6975820" y="122688"/>
                </a:lnTo>
                <a:lnTo>
                  <a:pt x="7180711" y="167549"/>
                </a:lnTo>
                <a:lnTo>
                  <a:pt x="7385602" y="229814"/>
                </a:lnTo>
                <a:lnTo>
                  <a:pt x="7590493" y="306903"/>
                </a:lnTo>
                <a:lnTo>
                  <a:pt x="7795384" y="393803"/>
                </a:lnTo>
                <a:lnTo>
                  <a:pt x="8000275" y="483811"/>
                </a:lnTo>
                <a:lnTo>
                  <a:pt x="8205166" y="569593"/>
                </a:lnTo>
                <a:lnTo>
                  <a:pt x="8410057" y="644358"/>
                </a:lnTo>
                <a:lnTo>
                  <a:pt x="8614948" y="702944"/>
                </a:lnTo>
                <a:lnTo>
                  <a:pt x="8819839" y="742597"/>
                </a:lnTo>
                <a:lnTo>
                  <a:pt x="9024730" y="763319"/>
                </a:lnTo>
                <a:lnTo>
                  <a:pt x="9229621" y="767716"/>
                </a:lnTo>
                <a:lnTo>
                  <a:pt x="9434513" y="760373"/>
                </a:lnTo>
                <a:lnTo>
                  <a:pt x="9639404" y="746889"/>
                </a:lnTo>
                <a:lnTo>
                  <a:pt x="9844295" y="732736"/>
                </a:lnTo>
                <a:lnTo>
                  <a:pt x="10049186" y="722173"/>
                </a:lnTo>
                <a:lnTo>
                  <a:pt x="10254077" y="717417"/>
                </a:lnTo>
                <a:lnTo>
                  <a:pt x="10458968" y="718217"/>
                </a:lnTo>
                <a:lnTo>
                  <a:pt x="10663859" y="721922"/>
                </a:lnTo>
                <a:lnTo>
                  <a:pt x="10868750" y="724025"/>
                </a:lnTo>
                <a:lnTo>
                  <a:pt x="11073641" y="719077"/>
                </a:lnTo>
                <a:lnTo>
                  <a:pt x="11278532" y="701811"/>
                </a:lnTo>
                <a:lnTo>
                  <a:pt x="11483423" y="668245"/>
                </a:lnTo>
                <a:lnTo>
                  <a:pt x="11688314" y="616570"/>
                </a:lnTo>
                <a:lnTo>
                  <a:pt x="11893205" y="547652"/>
                </a:lnTo>
                <a:lnTo>
                  <a:pt x="12098096" y="465040"/>
                </a:lnTo>
                <a:lnTo>
                  <a:pt x="12302987" y="374493"/>
                </a:lnTo>
                <a:lnTo>
                  <a:pt x="12507878" y="283090"/>
                </a:lnTo>
                <a:lnTo>
                  <a:pt x="12712769" y="198105"/>
                </a:lnTo>
                <a:lnTo>
                  <a:pt x="12917660" y="125841"/>
                </a:lnTo>
                <a:lnTo>
                  <a:pt x="13122551" y="70642"/>
                </a:lnTo>
                <a:lnTo>
                  <a:pt x="13327442" y="34260"/>
                </a:lnTo>
                <a:lnTo>
                  <a:pt x="13532333" y="15701"/>
                </a:lnTo>
                <a:lnTo>
                  <a:pt x="13737224" y="11562"/>
                </a:lnTo>
                <a:lnTo>
                  <a:pt x="13942115" y="16807"/>
                </a:lnTo>
                <a:lnTo>
                  <a:pt x="14147006" y="25820"/>
                </a:lnTo>
                <a:lnTo>
                  <a:pt x="14351897" y="33548"/>
                </a:lnTo>
                <a:lnTo>
                  <a:pt x="14556788" y="36513"/>
                </a:lnTo>
                <a:lnTo>
                  <a:pt x="14761679" y="33496"/>
                </a:lnTo>
                <a:lnTo>
                  <a:pt x="14966570" y="25781"/>
                </a:lnTo>
                <a:lnTo>
                  <a:pt x="15171461" y="16892"/>
                </a:lnTo>
                <a:lnTo>
                  <a:pt x="15376352" y="11891"/>
                </a:lnTo>
                <a:lnTo>
                  <a:pt x="15581243" y="16361"/>
                </a:lnTo>
                <a:lnTo>
                  <a:pt x="15786135" y="35260"/>
                </a:lnTo>
                <a:lnTo>
                  <a:pt x="15991026" y="71876"/>
                </a:lnTo>
                <a:lnTo>
                  <a:pt x="16195917" y="127072"/>
                </a:lnTo>
                <a:lnTo>
                  <a:pt x="16400808" y="198960"/>
                </a:lnTo>
                <a:lnTo>
                  <a:pt x="16605699" y="283089"/>
                </a:lnTo>
                <a:lnTo>
                  <a:pt x="16810590" y="373085"/>
                </a:lnTo>
                <a:lnTo>
                  <a:pt x="17015481" y="461655"/>
                </a:lnTo>
                <a:lnTo>
                  <a:pt x="17220372" y="541755"/>
                </a:lnTo>
                <a:lnTo>
                  <a:pt x="17425263" y="607713"/>
                </a:lnTo>
                <a:lnTo>
                  <a:pt x="17630154" y="656097"/>
                </a:lnTo>
                <a:lnTo>
                  <a:pt x="17835045" y="686174"/>
                </a:lnTo>
                <a:lnTo>
                  <a:pt x="18039936" y="699879"/>
                </a:lnTo>
                <a:lnTo>
                  <a:pt x="18244827" y="701292"/>
                </a:lnTo>
                <a:lnTo>
                  <a:pt x="18449718" y="695744"/>
                </a:lnTo>
                <a:lnTo>
                  <a:pt x="18654609" y="688696"/>
                </a:lnTo>
                <a:lnTo>
                  <a:pt x="18859500" y="68462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9CEF6"/>
            </a:solidFill>
            <a:prstDash val="solid"/>
          </a:ln>
        </p:spPr>
      </p:sp>
      <p:sp>
        <p:nvSpPr>
          <p:cNvPr id="6" name="flow-lower-04">
            <a:extLst xmlns:a="http://schemas.openxmlformats.org/drawingml/2006/main">
              <a:ext uri="{FF2B5EF4-FFF2-40B4-BE49-F238E27FC236}">
                <a16:creationId xmlns:a16="http://schemas.microsoft.com/office/drawing/2014/main" id="{76A1116B-19DE-4768-AA80-419A6DEF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505325"/>
            <a:ext cx="18869025" cy="1066800"/>
          </a:xfrm>
          <a:custGeom xmlns:a="http://schemas.openxmlformats.org/drawingml/2006/main">
            <a:pathLst>
              <a:path w="18869025" h="1066800">
                <a:moveTo>
                  <a:pt x="9525" y="995447"/>
                </a:moveTo>
                <a:lnTo>
                  <a:pt x="214416" y="1035422"/>
                </a:lnTo>
                <a:lnTo>
                  <a:pt x="419307" y="1056832"/>
                </a:lnTo>
                <a:lnTo>
                  <a:pt x="624198" y="1057272"/>
                </a:lnTo>
                <a:lnTo>
                  <a:pt x="829089" y="1035908"/>
                </a:lnTo>
                <a:lnTo>
                  <a:pt x="1033980" y="993579"/>
                </a:lnTo>
                <a:lnTo>
                  <a:pt x="1238871" y="932737"/>
                </a:lnTo>
                <a:lnTo>
                  <a:pt x="1443762" y="857222"/>
                </a:lnTo>
                <a:lnTo>
                  <a:pt x="1648653" y="771898"/>
                </a:lnTo>
                <a:lnTo>
                  <a:pt x="1853544" y="682185"/>
                </a:lnTo>
                <a:lnTo>
                  <a:pt x="2058435" y="593548"/>
                </a:lnTo>
                <a:lnTo>
                  <a:pt x="2263326" y="510981"/>
                </a:lnTo>
                <a:lnTo>
                  <a:pt x="2468217" y="438554"/>
                </a:lnTo>
                <a:lnTo>
                  <a:pt x="2673108" y="379055"/>
                </a:lnTo>
                <a:lnTo>
                  <a:pt x="2877999" y="333789"/>
                </a:lnTo>
                <a:lnTo>
                  <a:pt x="3082890" y="302520"/>
                </a:lnTo>
                <a:lnTo>
                  <a:pt x="3287782" y="283592"/>
                </a:lnTo>
                <a:lnTo>
                  <a:pt x="3492673" y="274197"/>
                </a:lnTo>
                <a:lnTo>
                  <a:pt x="3697564" y="270766"/>
                </a:lnTo>
                <a:lnTo>
                  <a:pt x="3902455" y="269433"/>
                </a:lnTo>
                <a:lnTo>
                  <a:pt x="4107346" y="266526"/>
                </a:lnTo>
                <a:lnTo>
                  <a:pt x="4312237" y="259037"/>
                </a:lnTo>
                <a:lnTo>
                  <a:pt x="4517128" y="245002"/>
                </a:lnTo>
                <a:lnTo>
                  <a:pt x="4722019" y="223761"/>
                </a:lnTo>
                <a:lnTo>
                  <a:pt x="4926910" y="196077"/>
                </a:lnTo>
                <a:lnTo>
                  <a:pt x="5131801" y="164073"/>
                </a:lnTo>
                <a:lnTo>
                  <a:pt x="5336692" y="131027"/>
                </a:lnTo>
                <a:lnTo>
                  <a:pt x="5541583" y="101020"/>
                </a:lnTo>
                <a:lnTo>
                  <a:pt x="5746474" y="78494"/>
                </a:lnTo>
                <a:lnTo>
                  <a:pt x="5951365" y="67749"/>
                </a:lnTo>
                <a:lnTo>
                  <a:pt x="6156256" y="72452"/>
                </a:lnTo>
                <a:lnTo>
                  <a:pt x="6361147" y="95199"/>
                </a:lnTo>
                <a:lnTo>
                  <a:pt x="6566038" y="137185"/>
                </a:lnTo>
                <a:lnTo>
                  <a:pt x="6770929" y="198010"/>
                </a:lnTo>
                <a:lnTo>
                  <a:pt x="6975820" y="275655"/>
                </a:lnTo>
                <a:lnTo>
                  <a:pt x="7180711" y="366621"/>
                </a:lnTo>
                <a:lnTo>
                  <a:pt x="7385602" y="466220"/>
                </a:lnTo>
                <a:lnTo>
                  <a:pt x="7590493" y="568997"/>
                </a:lnTo>
                <a:lnTo>
                  <a:pt x="7795384" y="669221"/>
                </a:lnTo>
                <a:lnTo>
                  <a:pt x="8000275" y="761417"/>
                </a:lnTo>
                <a:lnTo>
                  <a:pt x="8205166" y="840860"/>
                </a:lnTo>
                <a:lnTo>
                  <a:pt x="8410057" y="903995"/>
                </a:lnTo>
                <a:lnTo>
                  <a:pt x="8614948" y="948737"/>
                </a:lnTo>
                <a:lnTo>
                  <a:pt x="8819839" y="974610"/>
                </a:lnTo>
                <a:lnTo>
                  <a:pt x="9024730" y="982728"/>
                </a:lnTo>
                <a:lnTo>
                  <a:pt x="9229621" y="975608"/>
                </a:lnTo>
                <a:lnTo>
                  <a:pt x="9434513" y="956840"/>
                </a:lnTo>
                <a:lnTo>
                  <a:pt x="9639404" y="930655"/>
                </a:lnTo>
                <a:lnTo>
                  <a:pt x="9844295" y="901429"/>
                </a:lnTo>
                <a:lnTo>
                  <a:pt x="10049186" y="873191"/>
                </a:lnTo>
                <a:lnTo>
                  <a:pt x="10254077" y="849172"/>
                </a:lnTo>
                <a:lnTo>
                  <a:pt x="10458968" y="831457"/>
                </a:lnTo>
                <a:lnTo>
                  <a:pt x="10663859" y="820771"/>
                </a:lnTo>
                <a:lnTo>
                  <a:pt x="10868750" y="816426"/>
                </a:lnTo>
                <a:lnTo>
                  <a:pt x="11073641" y="816425"/>
                </a:lnTo>
                <a:lnTo>
                  <a:pt x="11278532" y="817724"/>
                </a:lnTo>
                <a:lnTo>
                  <a:pt x="11483423" y="816617"/>
                </a:lnTo>
                <a:lnTo>
                  <a:pt x="11688314" y="809197"/>
                </a:lnTo>
                <a:lnTo>
                  <a:pt x="11893205" y="791851"/>
                </a:lnTo>
                <a:lnTo>
                  <a:pt x="12098096" y="761727"/>
                </a:lnTo>
                <a:lnTo>
                  <a:pt x="12302987" y="717128"/>
                </a:lnTo>
                <a:lnTo>
                  <a:pt x="12507878" y="657779"/>
                </a:lnTo>
                <a:lnTo>
                  <a:pt x="12712769" y="584954"/>
                </a:lnTo>
                <a:lnTo>
                  <a:pt x="12917660" y="501424"/>
                </a:lnTo>
                <a:lnTo>
                  <a:pt x="13122551" y="411255"/>
                </a:lnTo>
                <a:lnTo>
                  <a:pt x="13327442" y="319454"/>
                </a:lnTo>
                <a:lnTo>
                  <a:pt x="13532333" y="231516"/>
                </a:lnTo>
                <a:lnTo>
                  <a:pt x="13737224" y="152913"/>
                </a:lnTo>
                <a:lnTo>
                  <a:pt x="13942115" y="88574"/>
                </a:lnTo>
                <a:lnTo>
                  <a:pt x="14147006" y="42420"/>
                </a:lnTo>
                <a:lnTo>
                  <a:pt x="14351897" y="16994"/>
                </a:lnTo>
                <a:lnTo>
                  <a:pt x="14556788" y="13235"/>
                </a:lnTo>
                <a:lnTo>
                  <a:pt x="14761679" y="30409"/>
                </a:lnTo>
                <a:lnTo>
                  <a:pt x="14966570" y="66207"/>
                </a:lnTo>
                <a:lnTo>
                  <a:pt x="15171461" y="117010"/>
                </a:lnTo>
                <a:lnTo>
                  <a:pt x="15376352" y="178271"/>
                </a:lnTo>
                <a:lnTo>
                  <a:pt x="15581243" y="244991"/>
                </a:lnTo>
                <a:lnTo>
                  <a:pt x="15786135" y="312236"/>
                </a:lnTo>
                <a:lnTo>
                  <a:pt x="15991026" y="375624"/>
                </a:lnTo>
                <a:lnTo>
                  <a:pt x="16195917" y="431754"/>
                </a:lnTo>
                <a:lnTo>
                  <a:pt x="16400808" y="478512"/>
                </a:lnTo>
                <a:lnTo>
                  <a:pt x="16605699" y="515231"/>
                </a:lnTo>
                <a:lnTo>
                  <a:pt x="16810590" y="542692"/>
                </a:lnTo>
                <a:lnTo>
                  <a:pt x="17015481" y="562952"/>
                </a:lnTo>
                <a:lnTo>
                  <a:pt x="17220372" y="579043"/>
                </a:lnTo>
                <a:lnTo>
                  <a:pt x="17425263" y="594554"/>
                </a:lnTo>
                <a:lnTo>
                  <a:pt x="17630154" y="613150"/>
                </a:lnTo>
                <a:lnTo>
                  <a:pt x="17835045" y="638093"/>
                </a:lnTo>
                <a:lnTo>
                  <a:pt x="18039936" y="671790"/>
                </a:lnTo>
                <a:lnTo>
                  <a:pt x="18244827" y="715458"/>
                </a:lnTo>
                <a:lnTo>
                  <a:pt x="18449718" y="768900"/>
                </a:lnTo>
                <a:lnTo>
                  <a:pt x="18654609" y="830455"/>
                </a:lnTo>
                <a:lnTo>
                  <a:pt x="18859500" y="89710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3DCF7"/>
            </a:solidFill>
            <a:prstDash val="solid"/>
          </a:ln>
        </p:spPr>
      </p:sp>
      <p:sp>
        <p:nvSpPr>
          <p:cNvPr id="7" name="flow-lower-05">
            <a:extLst xmlns:a="http://schemas.openxmlformats.org/drawingml/2006/main">
              <a:ext uri="{FF2B5EF4-FFF2-40B4-BE49-F238E27FC236}">
                <a16:creationId xmlns:a16="http://schemas.microsoft.com/office/drawing/2014/main" id="{ED848E8C-C00D-4511-BFE5-CE0A10E7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610100"/>
            <a:ext cx="18869025" cy="1171575"/>
          </a:xfrm>
          <a:custGeom xmlns:a="http://schemas.openxmlformats.org/drawingml/2006/main">
            <a:pathLst>
              <a:path w="18869025" h="1171575">
                <a:moveTo>
                  <a:pt x="9525" y="1059764"/>
                </a:moveTo>
                <a:lnTo>
                  <a:pt x="214416" y="1033413"/>
                </a:lnTo>
                <a:lnTo>
                  <a:pt x="419307" y="993015"/>
                </a:lnTo>
                <a:lnTo>
                  <a:pt x="624198" y="941119"/>
                </a:lnTo>
                <a:lnTo>
                  <a:pt x="829089" y="880987"/>
                </a:lnTo>
                <a:lnTo>
                  <a:pt x="1033980" y="816254"/>
                </a:lnTo>
                <a:lnTo>
                  <a:pt x="1238871" y="750547"/>
                </a:lnTo>
                <a:lnTo>
                  <a:pt x="1443762" y="687121"/>
                </a:lnTo>
                <a:lnTo>
                  <a:pt x="1648653" y="628539"/>
                </a:lnTo>
                <a:lnTo>
                  <a:pt x="1853544" y="576443"/>
                </a:lnTo>
                <a:lnTo>
                  <a:pt x="2058435" y="531441"/>
                </a:lnTo>
                <a:lnTo>
                  <a:pt x="2263326" y="493119"/>
                </a:lnTo>
                <a:lnTo>
                  <a:pt x="2468217" y="460180"/>
                </a:lnTo>
                <a:lnTo>
                  <a:pt x="2673108" y="430681"/>
                </a:lnTo>
                <a:lnTo>
                  <a:pt x="2877999" y="402359"/>
                </a:lnTo>
                <a:lnTo>
                  <a:pt x="3082890" y="372986"/>
                </a:lnTo>
                <a:lnTo>
                  <a:pt x="3287782" y="340714"/>
                </a:lnTo>
                <a:lnTo>
                  <a:pt x="3492673" y="304386"/>
                </a:lnTo>
                <a:lnTo>
                  <a:pt x="3697564" y="263738"/>
                </a:lnTo>
                <a:lnTo>
                  <a:pt x="3902455" y="219511"/>
                </a:lnTo>
                <a:lnTo>
                  <a:pt x="4107346" y="173419"/>
                </a:lnTo>
                <a:lnTo>
                  <a:pt x="4312237" y="128003"/>
                </a:lnTo>
                <a:lnTo>
                  <a:pt x="4517128" y="86377"/>
                </a:lnTo>
                <a:lnTo>
                  <a:pt x="4722019" y="51890"/>
                </a:lnTo>
                <a:lnTo>
                  <a:pt x="4926910" y="27758"/>
                </a:lnTo>
                <a:lnTo>
                  <a:pt x="5131801" y="16699"/>
                </a:lnTo>
                <a:lnTo>
                  <a:pt x="5336692" y="20612"/>
                </a:lnTo>
                <a:lnTo>
                  <a:pt x="5541583" y="40348"/>
                </a:lnTo>
                <a:lnTo>
                  <a:pt x="5746474" y="75596"/>
                </a:lnTo>
                <a:lnTo>
                  <a:pt x="5951365" y="124888"/>
                </a:lnTo>
                <a:lnTo>
                  <a:pt x="6156256" y="185743"/>
                </a:lnTo>
                <a:lnTo>
                  <a:pt x="6361147" y="254915"/>
                </a:lnTo>
                <a:lnTo>
                  <a:pt x="6566038" y="328722"/>
                </a:lnTo>
                <a:lnTo>
                  <a:pt x="6770929" y="403423"/>
                </a:lnTo>
                <a:lnTo>
                  <a:pt x="6975820" y="475595"/>
                </a:lnTo>
                <a:lnTo>
                  <a:pt x="7180711" y="542463"/>
                </a:lnTo>
                <a:lnTo>
                  <a:pt x="7385602" y="602145"/>
                </a:lnTo>
                <a:lnTo>
                  <a:pt x="7590493" y="653799"/>
                </a:lnTo>
                <a:lnTo>
                  <a:pt x="7795384" y="697628"/>
                </a:lnTo>
                <a:lnTo>
                  <a:pt x="8000275" y="734773"/>
                </a:lnTo>
                <a:lnTo>
                  <a:pt x="8205166" y="767085"/>
                </a:lnTo>
                <a:lnTo>
                  <a:pt x="8410057" y="796817"/>
                </a:lnTo>
                <a:lnTo>
                  <a:pt x="8614948" y="826277"/>
                </a:lnTo>
                <a:lnTo>
                  <a:pt x="8819839" y="857461"/>
                </a:lnTo>
                <a:lnTo>
                  <a:pt x="9024730" y="891752"/>
                </a:lnTo>
                <a:lnTo>
                  <a:pt x="9229621" y="929676"/>
                </a:lnTo>
                <a:lnTo>
                  <a:pt x="9434513" y="970778"/>
                </a:lnTo>
                <a:lnTo>
                  <a:pt x="9639404" y="1013625"/>
                </a:lnTo>
                <a:lnTo>
                  <a:pt x="9844295" y="1055923"/>
                </a:lnTo>
                <a:lnTo>
                  <a:pt x="10049186" y="1094760"/>
                </a:lnTo>
                <a:lnTo>
                  <a:pt x="10254077" y="1126917"/>
                </a:lnTo>
                <a:lnTo>
                  <a:pt x="10458968" y="1149241"/>
                </a:lnTo>
                <a:lnTo>
                  <a:pt x="10663859" y="1159009"/>
                </a:lnTo>
                <a:lnTo>
                  <a:pt x="10868750" y="1154260"/>
                </a:lnTo>
                <a:lnTo>
                  <a:pt x="11073641" y="1134041"/>
                </a:lnTo>
                <a:lnTo>
                  <a:pt x="11278532" y="1098546"/>
                </a:lnTo>
                <a:lnTo>
                  <a:pt x="11483423" y="1049128"/>
                </a:lnTo>
                <a:lnTo>
                  <a:pt x="11688314" y="988189"/>
                </a:lnTo>
                <a:lnTo>
                  <a:pt x="11893205" y="918938"/>
                </a:lnTo>
                <a:lnTo>
                  <a:pt x="12098096" y="845084"/>
                </a:lnTo>
                <a:lnTo>
                  <a:pt x="12302987" y="770453"/>
                </a:lnTo>
                <a:lnTo>
                  <a:pt x="12507878" y="698618"/>
                </a:lnTo>
                <a:lnTo>
                  <a:pt x="12712769" y="632549"/>
                </a:lnTo>
                <a:lnTo>
                  <a:pt x="12917660" y="574345"/>
                </a:lnTo>
                <a:lnTo>
                  <a:pt x="13122551" y="525077"/>
                </a:lnTo>
                <a:lnTo>
                  <a:pt x="13327442" y="484740"/>
                </a:lnTo>
                <a:lnTo>
                  <a:pt x="13532333" y="452353"/>
                </a:lnTo>
                <a:lnTo>
                  <a:pt x="13737224" y="426154"/>
                </a:lnTo>
                <a:lnTo>
                  <a:pt x="13942115" y="403902"/>
                </a:lnTo>
                <a:lnTo>
                  <a:pt x="14147006" y="383220"/>
                </a:lnTo>
                <a:lnTo>
                  <a:pt x="14351897" y="361955"/>
                </a:lnTo>
                <a:lnTo>
                  <a:pt x="14556788" y="338508"/>
                </a:lnTo>
                <a:lnTo>
                  <a:pt x="14761679" y="312085"/>
                </a:lnTo>
                <a:lnTo>
                  <a:pt x="14966570" y="282845"/>
                </a:lnTo>
                <a:lnTo>
                  <a:pt x="15171461" y="251934"/>
                </a:lnTo>
                <a:lnTo>
                  <a:pt x="15376352" y="221381"/>
                </a:lnTo>
                <a:lnTo>
                  <a:pt x="15581243" y="193886"/>
                </a:lnTo>
                <a:lnTo>
                  <a:pt x="15786135" y="172517"/>
                </a:lnTo>
                <a:lnTo>
                  <a:pt x="15991026" y="160349"/>
                </a:lnTo>
                <a:lnTo>
                  <a:pt x="16195917" y="160099"/>
                </a:lnTo>
                <a:lnTo>
                  <a:pt x="16400808" y="173783"/>
                </a:lnTo>
                <a:lnTo>
                  <a:pt x="16605699" y="202453"/>
                </a:lnTo>
                <a:lnTo>
                  <a:pt x="16810590" y="246038"/>
                </a:lnTo>
                <a:lnTo>
                  <a:pt x="17015481" y="303305"/>
                </a:lnTo>
                <a:lnTo>
                  <a:pt x="17220372" y="371954"/>
                </a:lnTo>
                <a:lnTo>
                  <a:pt x="17425263" y="448826"/>
                </a:lnTo>
                <a:lnTo>
                  <a:pt x="17630154" y="530214"/>
                </a:lnTo>
                <a:lnTo>
                  <a:pt x="17835045" y="612226"/>
                </a:lnTo>
                <a:lnTo>
                  <a:pt x="18039936" y="691165"/>
                </a:lnTo>
                <a:lnTo>
                  <a:pt x="18244827" y="763889"/>
                </a:lnTo>
                <a:lnTo>
                  <a:pt x="18449718" y="828093"/>
                </a:lnTo>
                <a:lnTo>
                  <a:pt x="18654609" y="882497"/>
                </a:lnTo>
                <a:lnTo>
                  <a:pt x="18859500" y="926909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9E9FA"/>
            </a:solidFill>
            <a:prstDash val="solid"/>
          </a:ln>
        </p:spPr>
      </p:sp>
      <p:sp>
        <p:nvSpPr>
          <p:cNvPr id="8" name="flow-lower-06">
            <a:extLst xmlns:a="http://schemas.openxmlformats.org/drawingml/2006/main">
              <a:ext uri="{FF2B5EF4-FFF2-40B4-BE49-F238E27FC236}">
                <a16:creationId xmlns:a16="http://schemas.microsoft.com/office/drawing/2014/main" id="{0C800D91-6999-4459-B494-8417C5F3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791075"/>
            <a:ext cx="18869025" cy="1266825"/>
          </a:xfrm>
          <a:custGeom xmlns:a="http://schemas.openxmlformats.org/drawingml/2006/main">
            <a:pathLst>
              <a:path w="18869025" h="1266825">
                <a:moveTo>
                  <a:pt x="9525" y="834647"/>
                </a:moveTo>
                <a:lnTo>
                  <a:pt x="214416" y="853254"/>
                </a:lnTo>
                <a:lnTo>
                  <a:pt x="419307" y="853582"/>
                </a:lnTo>
                <a:lnTo>
                  <a:pt x="624198" y="829554"/>
                </a:lnTo>
                <a:lnTo>
                  <a:pt x="829089" y="778171"/>
                </a:lnTo>
                <a:lnTo>
                  <a:pt x="1033980" y="700113"/>
                </a:lnTo>
                <a:lnTo>
                  <a:pt x="1238871" y="599784"/>
                </a:lnTo>
                <a:lnTo>
                  <a:pt x="1443762" y="484776"/>
                </a:lnTo>
                <a:lnTo>
                  <a:pt x="1648653" y="364853"/>
                </a:lnTo>
                <a:lnTo>
                  <a:pt x="1853544" y="250589"/>
                </a:lnTo>
                <a:lnTo>
                  <a:pt x="2058435" y="151880"/>
                </a:lnTo>
                <a:lnTo>
                  <a:pt x="2263326" y="76563"/>
                </a:lnTo>
                <a:lnTo>
                  <a:pt x="2468217" y="29345"/>
                </a:lnTo>
                <a:lnTo>
                  <a:pt x="2673108" y="11210"/>
                </a:lnTo>
                <a:lnTo>
                  <a:pt x="2877999" y="19396"/>
                </a:lnTo>
                <a:lnTo>
                  <a:pt x="3082890" y="47942"/>
                </a:lnTo>
                <a:lnTo>
                  <a:pt x="3287782" y="88712"/>
                </a:lnTo>
                <a:lnTo>
                  <a:pt x="3492673" y="132745"/>
                </a:lnTo>
                <a:lnTo>
                  <a:pt x="3697564" y="171709"/>
                </a:lnTo>
                <a:lnTo>
                  <a:pt x="3902455" y="199239"/>
                </a:lnTo>
                <a:lnTo>
                  <a:pt x="4107346" y="211940"/>
                </a:lnTo>
                <a:lnTo>
                  <a:pt x="4312237" y="209912"/>
                </a:lnTo>
                <a:lnTo>
                  <a:pt x="4517128" y="196700"/>
                </a:lnTo>
                <a:lnTo>
                  <a:pt x="4722019" y="178692"/>
                </a:lnTo>
                <a:lnTo>
                  <a:pt x="4926910" y="164044"/>
                </a:lnTo>
                <a:lnTo>
                  <a:pt x="5131801" y="161322"/>
                </a:lnTo>
                <a:lnTo>
                  <a:pt x="5336692" y="178050"/>
                </a:lnTo>
                <a:lnTo>
                  <a:pt x="5541583" y="219410"/>
                </a:lnTo>
                <a:lnTo>
                  <a:pt x="5746474" y="287301"/>
                </a:lnTo>
                <a:lnTo>
                  <a:pt x="5951365" y="379884"/>
                </a:lnTo>
                <a:lnTo>
                  <a:pt x="6156256" y="491719"/>
                </a:lnTo>
                <a:lnTo>
                  <a:pt x="6361147" y="614446"/>
                </a:lnTo>
                <a:lnTo>
                  <a:pt x="6566038" y="737927"/>
                </a:lnTo>
                <a:lnTo>
                  <a:pt x="6770929" y="851664"/>
                </a:lnTo>
                <a:lnTo>
                  <a:pt x="6975820" y="946280"/>
                </a:lnTo>
                <a:lnTo>
                  <a:pt x="7180711" y="1014828"/>
                </a:lnTo>
                <a:lnTo>
                  <a:pt x="7385602" y="1053739"/>
                </a:lnTo>
                <a:lnTo>
                  <a:pt x="7590493" y="1063248"/>
                </a:lnTo>
                <a:lnTo>
                  <a:pt x="7795384" y="1047247"/>
                </a:lnTo>
                <a:lnTo>
                  <a:pt x="8000275" y="1012588"/>
                </a:lnTo>
                <a:lnTo>
                  <a:pt x="8205166" y="967935"/>
                </a:lnTo>
                <a:lnTo>
                  <a:pt x="8410057" y="922364"/>
                </a:lnTo>
                <a:lnTo>
                  <a:pt x="8614948" y="883913"/>
                </a:lnTo>
                <a:lnTo>
                  <a:pt x="8819839" y="858322"/>
                </a:lnTo>
                <a:lnTo>
                  <a:pt x="9024730" y="848148"/>
                </a:lnTo>
                <a:lnTo>
                  <a:pt x="9229621" y="852405"/>
                </a:lnTo>
                <a:lnTo>
                  <a:pt x="9434513" y="866774"/>
                </a:lnTo>
                <a:lnTo>
                  <a:pt x="9639404" y="884355"/>
                </a:lnTo>
                <a:lnTo>
                  <a:pt x="9844295" y="896839"/>
                </a:lnTo>
                <a:lnTo>
                  <a:pt x="10049186" y="895920"/>
                </a:lnTo>
                <a:lnTo>
                  <a:pt x="10254077" y="874718"/>
                </a:lnTo>
                <a:lnTo>
                  <a:pt x="10458968" y="828993"/>
                </a:lnTo>
                <a:lnTo>
                  <a:pt x="10663859" y="757963"/>
                </a:lnTo>
                <a:lnTo>
                  <a:pt x="10868750" y="664579"/>
                </a:lnTo>
                <a:lnTo>
                  <a:pt x="11073641" y="555231"/>
                </a:lnTo>
                <a:lnTo>
                  <a:pt x="11278532" y="438913"/>
                </a:lnTo>
                <a:lnTo>
                  <a:pt x="11483423" y="325987"/>
                </a:lnTo>
                <a:lnTo>
                  <a:pt x="11688314" y="226715"/>
                </a:lnTo>
                <a:lnTo>
                  <a:pt x="11893205" y="149816"/>
                </a:lnTo>
                <a:lnTo>
                  <a:pt x="12098096" y="101235"/>
                </a:lnTo>
                <a:lnTo>
                  <a:pt x="12302987" y="83345"/>
                </a:lnTo>
                <a:lnTo>
                  <a:pt x="12507878" y="94683"/>
                </a:lnTo>
                <a:lnTo>
                  <a:pt x="12712769" y="130266"/>
                </a:lnTo>
                <a:lnTo>
                  <a:pt x="12917660" y="182438"/>
                </a:lnTo>
                <a:lnTo>
                  <a:pt x="13122551" y="242114"/>
                </a:lnTo>
                <a:lnTo>
                  <a:pt x="13327442" y="300223"/>
                </a:lnTo>
                <a:lnTo>
                  <a:pt x="13532333" y="349126"/>
                </a:lnTo>
                <a:lnTo>
                  <a:pt x="13737224" y="383788"/>
                </a:lnTo>
                <a:lnTo>
                  <a:pt x="13942115" y="402527"/>
                </a:lnTo>
                <a:lnTo>
                  <a:pt x="14147006" y="407207"/>
                </a:lnTo>
                <a:lnTo>
                  <a:pt x="14351897" y="402873"/>
                </a:lnTo>
                <a:lnTo>
                  <a:pt x="14556788" y="396856"/>
                </a:lnTo>
                <a:lnTo>
                  <a:pt x="14761679" y="397518"/>
                </a:lnTo>
                <a:lnTo>
                  <a:pt x="14966570" y="412809"/>
                </a:lnTo>
                <a:lnTo>
                  <a:pt x="15171461" y="448889"/>
                </a:lnTo>
                <a:lnTo>
                  <a:pt x="15376352" y="509012"/>
                </a:lnTo>
                <a:lnTo>
                  <a:pt x="15581243" y="592855"/>
                </a:lnTo>
                <a:lnTo>
                  <a:pt x="15786135" y="696409"/>
                </a:lnTo>
                <a:lnTo>
                  <a:pt x="15991026" y="812439"/>
                </a:lnTo>
                <a:lnTo>
                  <a:pt x="16195917" y="931452"/>
                </a:lnTo>
                <a:lnTo>
                  <a:pt x="16400808" y="1043023"/>
                </a:lnTo>
                <a:lnTo>
                  <a:pt x="16605699" y="1137272"/>
                </a:lnTo>
                <a:lnTo>
                  <a:pt x="16810590" y="1206277"/>
                </a:lnTo>
                <a:lnTo>
                  <a:pt x="17015481" y="1245182"/>
                </a:lnTo>
                <a:lnTo>
                  <a:pt x="17220372" y="1252856"/>
                </a:lnTo>
                <a:lnTo>
                  <a:pt x="17425263" y="1231980"/>
                </a:lnTo>
                <a:lnTo>
                  <a:pt x="17630154" y="1188570"/>
                </a:lnTo>
                <a:lnTo>
                  <a:pt x="17835045" y="1130987"/>
                </a:lnTo>
                <a:lnTo>
                  <a:pt x="18039936" y="1068619"/>
                </a:lnTo>
                <a:lnTo>
                  <a:pt x="18244827" y="1010412"/>
                </a:lnTo>
                <a:lnTo>
                  <a:pt x="18449718" y="963501"/>
                </a:lnTo>
                <a:lnTo>
                  <a:pt x="18654609" y="932144"/>
                </a:lnTo>
                <a:lnTo>
                  <a:pt x="18859500" y="91712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5C3F5"/>
            </a:solidFill>
            <a:prstDash val="solid"/>
          </a:ln>
        </p:spPr>
      </p:sp>
      <p:sp>
        <p:nvSpPr>
          <p:cNvPr id="9" name="flow-lower-07">
            <a:extLst xmlns:a="http://schemas.openxmlformats.org/drawingml/2006/main">
              <a:ext uri="{FF2B5EF4-FFF2-40B4-BE49-F238E27FC236}">
                <a16:creationId xmlns:a16="http://schemas.microsoft.com/office/drawing/2014/main" id="{08D9B986-F829-4027-A851-C27BFCD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953000"/>
            <a:ext cx="18869025" cy="1323975"/>
          </a:xfrm>
          <a:custGeom xmlns:a="http://schemas.openxmlformats.org/drawingml/2006/main">
            <a:pathLst>
              <a:path w="18869025" h="1323975">
                <a:moveTo>
                  <a:pt x="9525" y="669883"/>
                </a:moveTo>
                <a:lnTo>
                  <a:pt x="214416" y="580349"/>
                </a:lnTo>
                <a:lnTo>
                  <a:pt x="419307" y="487316"/>
                </a:lnTo>
                <a:lnTo>
                  <a:pt x="624198" y="395013"/>
                </a:lnTo>
                <a:lnTo>
                  <a:pt x="829089" y="307482"/>
                </a:lnTo>
                <a:lnTo>
                  <a:pt x="1033980" y="228257"/>
                </a:lnTo>
                <a:lnTo>
                  <a:pt x="1238871" y="160114"/>
                </a:lnTo>
                <a:lnTo>
                  <a:pt x="1443762" y="104879"/>
                </a:lnTo>
                <a:lnTo>
                  <a:pt x="1648653" y="63332"/>
                </a:lnTo>
                <a:lnTo>
                  <a:pt x="1853544" y="35216"/>
                </a:lnTo>
                <a:lnTo>
                  <a:pt x="2058435" y="19330"/>
                </a:lnTo>
                <a:lnTo>
                  <a:pt x="2263326" y="13723"/>
                </a:lnTo>
                <a:lnTo>
                  <a:pt x="2468217" y="15940"/>
                </a:lnTo>
                <a:lnTo>
                  <a:pt x="2673108" y="23324"/>
                </a:lnTo>
                <a:lnTo>
                  <a:pt x="2877999" y="33316"/>
                </a:lnTo>
                <a:lnTo>
                  <a:pt x="3082890" y="43742"/>
                </a:lnTo>
                <a:lnTo>
                  <a:pt x="3287782" y="53053"/>
                </a:lnTo>
                <a:lnTo>
                  <a:pt x="3492673" y="60490"/>
                </a:lnTo>
                <a:lnTo>
                  <a:pt x="3697564" y="66163"/>
                </a:lnTo>
                <a:lnTo>
                  <a:pt x="3902455" y="71032"/>
                </a:lnTo>
                <a:lnTo>
                  <a:pt x="4107346" y="76796"/>
                </a:lnTo>
                <a:lnTo>
                  <a:pt x="4312237" y="85695"/>
                </a:lnTo>
                <a:lnTo>
                  <a:pt x="4517128" y="100257"/>
                </a:lnTo>
                <a:lnTo>
                  <a:pt x="4722019" y="122998"/>
                </a:lnTo>
                <a:lnTo>
                  <a:pt x="4926910" y="156122"/>
                </a:lnTo>
                <a:lnTo>
                  <a:pt x="5131801" y="201236"/>
                </a:lnTo>
                <a:lnTo>
                  <a:pt x="5336692" y="259128"/>
                </a:lnTo>
                <a:lnTo>
                  <a:pt x="5541583" y="329605"/>
                </a:lnTo>
                <a:lnTo>
                  <a:pt x="5746474" y="411438"/>
                </a:lnTo>
                <a:lnTo>
                  <a:pt x="5951365" y="502395"/>
                </a:lnTo>
                <a:lnTo>
                  <a:pt x="6156256" y="599371"/>
                </a:lnTo>
                <a:lnTo>
                  <a:pt x="6361147" y="698612"/>
                </a:lnTo>
                <a:lnTo>
                  <a:pt x="6566038" y="795992"/>
                </a:lnTo>
                <a:lnTo>
                  <a:pt x="6770929" y="887335"/>
                </a:lnTo>
                <a:lnTo>
                  <a:pt x="6975820" y="968749"/>
                </a:lnTo>
                <a:lnTo>
                  <a:pt x="7180711" y="1036928"/>
                </a:lnTo>
                <a:lnTo>
                  <a:pt x="7385602" y="1089409"/>
                </a:lnTo>
                <a:lnTo>
                  <a:pt x="7590493" y="1124754"/>
                </a:lnTo>
                <a:lnTo>
                  <a:pt x="7795384" y="1142636"/>
                </a:lnTo>
                <a:lnTo>
                  <a:pt x="8000275" y="1143829"/>
                </a:lnTo>
                <a:lnTo>
                  <a:pt x="8205166" y="1130097"/>
                </a:lnTo>
                <a:lnTo>
                  <a:pt x="8410057" y="1103996"/>
                </a:lnTo>
                <a:lnTo>
                  <a:pt x="8614948" y="1068613"/>
                </a:lnTo>
                <a:lnTo>
                  <a:pt x="8819839" y="1027259"/>
                </a:lnTo>
                <a:lnTo>
                  <a:pt x="9024730" y="983157"/>
                </a:lnTo>
                <a:lnTo>
                  <a:pt x="9229621" y="939138"/>
                </a:lnTo>
                <a:lnTo>
                  <a:pt x="9434513" y="897404"/>
                </a:lnTo>
                <a:lnTo>
                  <a:pt x="9639404" y="859341"/>
                </a:lnTo>
                <a:lnTo>
                  <a:pt x="9844295" y="825441"/>
                </a:lnTo>
                <a:lnTo>
                  <a:pt x="10049186" y="795308"/>
                </a:lnTo>
                <a:lnTo>
                  <a:pt x="10254077" y="767760"/>
                </a:lnTo>
                <a:lnTo>
                  <a:pt x="10458968" y="741022"/>
                </a:lnTo>
                <a:lnTo>
                  <a:pt x="10663859" y="712974"/>
                </a:lnTo>
                <a:lnTo>
                  <a:pt x="10868750" y="681440"/>
                </a:lnTo>
                <a:lnTo>
                  <a:pt x="11073641" y="644487"/>
                </a:lnTo>
                <a:lnTo>
                  <a:pt x="11278532" y="600701"/>
                </a:lnTo>
                <a:lnTo>
                  <a:pt x="11483423" y="549412"/>
                </a:lnTo>
                <a:lnTo>
                  <a:pt x="11688314" y="490842"/>
                </a:lnTo>
                <a:lnTo>
                  <a:pt x="11893205" y="426171"/>
                </a:lnTo>
                <a:lnTo>
                  <a:pt x="12098096" y="357495"/>
                </a:lnTo>
                <a:lnTo>
                  <a:pt x="12302987" y="287697"/>
                </a:lnTo>
                <a:lnTo>
                  <a:pt x="12507878" y="220232"/>
                </a:lnTo>
                <a:lnTo>
                  <a:pt x="12712769" y="158848"/>
                </a:lnTo>
                <a:lnTo>
                  <a:pt x="12917660" y="107270"/>
                </a:lnTo>
                <a:lnTo>
                  <a:pt x="13122551" y="68880"/>
                </a:lnTo>
                <a:lnTo>
                  <a:pt x="13327442" y="46414"/>
                </a:lnTo>
                <a:lnTo>
                  <a:pt x="13532333" y="41722"/>
                </a:lnTo>
                <a:lnTo>
                  <a:pt x="13737224" y="55592"/>
                </a:lnTo>
                <a:lnTo>
                  <a:pt x="13942115" y="87679"/>
                </a:lnTo>
                <a:lnTo>
                  <a:pt x="14147006" y="136529"/>
                </a:lnTo>
                <a:lnTo>
                  <a:pt x="14351897" y="199694"/>
                </a:lnTo>
                <a:lnTo>
                  <a:pt x="14556788" y="273950"/>
                </a:lnTo>
                <a:lnTo>
                  <a:pt x="14761679" y="355565"/>
                </a:lnTo>
                <a:lnTo>
                  <a:pt x="14966570" y="440615"/>
                </a:lnTo>
                <a:lnTo>
                  <a:pt x="15171461" y="525315"/>
                </a:lnTo>
                <a:lnTo>
                  <a:pt x="15376352" y="606316"/>
                </a:lnTo>
                <a:lnTo>
                  <a:pt x="15581243" y="680968"/>
                </a:lnTo>
                <a:lnTo>
                  <a:pt x="15786135" y="747495"/>
                </a:lnTo>
                <a:lnTo>
                  <a:pt x="15991026" y="805090"/>
                </a:lnTo>
                <a:lnTo>
                  <a:pt x="16195917" y="853910"/>
                </a:lnTo>
                <a:lnTo>
                  <a:pt x="16400808" y="894973"/>
                </a:lnTo>
                <a:lnTo>
                  <a:pt x="16605699" y="929971"/>
                </a:lnTo>
                <a:lnTo>
                  <a:pt x="16810590" y="961022"/>
                </a:lnTo>
                <a:lnTo>
                  <a:pt x="17015481" y="990378"/>
                </a:lnTo>
                <a:lnTo>
                  <a:pt x="17220372" y="1020127"/>
                </a:lnTo>
                <a:lnTo>
                  <a:pt x="17425263" y="1051915"/>
                </a:lnTo>
                <a:lnTo>
                  <a:pt x="17630154" y="1086718"/>
                </a:lnTo>
                <a:lnTo>
                  <a:pt x="17835045" y="1124689"/>
                </a:lnTo>
                <a:lnTo>
                  <a:pt x="18039936" y="1165090"/>
                </a:lnTo>
                <a:lnTo>
                  <a:pt x="18244827" y="1206325"/>
                </a:lnTo>
                <a:lnTo>
                  <a:pt x="18449718" y="1246062"/>
                </a:lnTo>
                <a:lnTo>
                  <a:pt x="18654609" y="1281446"/>
                </a:lnTo>
                <a:lnTo>
                  <a:pt x="18859500" y="13093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8DFF7"/>
            </a:solidFill>
            <a:prstDash val="solid"/>
          </a:ln>
        </p:spPr>
      </p:sp>
      <p:sp>
        <p:nvSpPr>
          <p:cNvPr id="10" name="flow-lower-08">
            <a:extLst xmlns:a="http://schemas.openxmlformats.org/drawingml/2006/main">
              <a:ext uri="{FF2B5EF4-FFF2-40B4-BE49-F238E27FC236}">
                <a16:creationId xmlns:a16="http://schemas.microsoft.com/office/drawing/2014/main" id="{D645DF10-3C42-439F-9F1A-E5FC5CF9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943475"/>
            <a:ext cx="18869025" cy="1571625"/>
          </a:xfrm>
          <a:custGeom xmlns:a="http://schemas.openxmlformats.org/drawingml/2006/main">
            <a:pathLst>
              <a:path w="18869025" h="1571625">
                <a:moveTo>
                  <a:pt x="9525" y="659504"/>
                </a:moveTo>
                <a:lnTo>
                  <a:pt x="214416" y="605141"/>
                </a:lnTo>
                <a:lnTo>
                  <a:pt x="419307" y="540699"/>
                </a:lnTo>
                <a:lnTo>
                  <a:pt x="624198" y="467787"/>
                </a:lnTo>
                <a:lnTo>
                  <a:pt x="829089" y="389244"/>
                </a:lnTo>
                <a:lnTo>
                  <a:pt x="1033980" y="308877"/>
                </a:lnTo>
                <a:lnTo>
                  <a:pt x="1238871" y="231077"/>
                </a:lnTo>
                <a:lnTo>
                  <a:pt x="1443762" y="160354"/>
                </a:lnTo>
                <a:lnTo>
                  <a:pt x="1648653" y="100855"/>
                </a:lnTo>
                <a:lnTo>
                  <a:pt x="1853544" y="55914"/>
                </a:lnTo>
                <a:lnTo>
                  <a:pt x="2058435" y="27701"/>
                </a:lnTo>
                <a:lnTo>
                  <a:pt x="2263326" y="17008"/>
                </a:lnTo>
                <a:lnTo>
                  <a:pt x="2468217" y="23191"/>
                </a:lnTo>
                <a:lnTo>
                  <a:pt x="2673108" y="44290"/>
                </a:lnTo>
                <a:lnTo>
                  <a:pt x="2877999" y="77298"/>
                </a:lnTo>
                <a:lnTo>
                  <a:pt x="3082890" y="118546"/>
                </a:lnTo>
                <a:lnTo>
                  <a:pt x="3287782" y="164171"/>
                </a:lnTo>
                <a:lnTo>
                  <a:pt x="3492673" y="210582"/>
                </a:lnTo>
                <a:lnTo>
                  <a:pt x="3697564" y="254894"/>
                </a:lnTo>
                <a:lnTo>
                  <a:pt x="3902455" y="295253"/>
                </a:lnTo>
                <a:lnTo>
                  <a:pt x="4107346" y="331028"/>
                </a:lnTo>
                <a:lnTo>
                  <a:pt x="4312237" y="362833"/>
                </a:lnTo>
                <a:lnTo>
                  <a:pt x="4517128" y="392392"/>
                </a:lnTo>
                <a:lnTo>
                  <a:pt x="4722019" y="422249"/>
                </a:lnTo>
                <a:lnTo>
                  <a:pt x="4926910" y="455372"/>
                </a:lnTo>
                <a:lnTo>
                  <a:pt x="5131801" y="494700"/>
                </a:lnTo>
                <a:lnTo>
                  <a:pt x="5336692" y="542679"/>
                </a:lnTo>
                <a:lnTo>
                  <a:pt x="5541583" y="600868"/>
                </a:lnTo>
                <a:lnTo>
                  <a:pt x="5746474" y="669645"/>
                </a:lnTo>
                <a:lnTo>
                  <a:pt x="5951365" y="748061"/>
                </a:lnTo>
                <a:lnTo>
                  <a:pt x="6156256" y="833862"/>
                </a:lnTo>
                <a:lnTo>
                  <a:pt x="6361147" y="923673"/>
                </a:lnTo>
                <a:lnTo>
                  <a:pt x="6566038" y="1013332"/>
                </a:lnTo>
                <a:lnTo>
                  <a:pt x="6770929" y="1098313"/>
                </a:lnTo>
                <a:lnTo>
                  <a:pt x="6975820" y="1174216"/>
                </a:lnTo>
                <a:lnTo>
                  <a:pt x="7180711" y="1237232"/>
                </a:lnTo>
                <a:lnTo>
                  <a:pt x="7385602" y="1284557"/>
                </a:lnTo>
                <a:lnTo>
                  <a:pt x="7590493" y="1314675"/>
                </a:lnTo>
                <a:lnTo>
                  <a:pt x="7795384" y="1327496"/>
                </a:lnTo>
                <a:lnTo>
                  <a:pt x="8000275" y="1324327"/>
                </a:lnTo>
                <a:lnTo>
                  <a:pt x="8205166" y="1307671"/>
                </a:lnTo>
                <a:lnTo>
                  <a:pt x="8410057" y="1280899"/>
                </a:lnTo>
                <a:lnTo>
                  <a:pt x="8614948" y="1247812"/>
                </a:lnTo>
                <a:lnTo>
                  <a:pt x="8819839" y="1212171"/>
                </a:lnTo>
                <a:lnTo>
                  <a:pt x="9024730" y="1177237"/>
                </a:lnTo>
                <a:lnTo>
                  <a:pt x="9229621" y="1145390"/>
                </a:lnTo>
                <a:lnTo>
                  <a:pt x="9434513" y="1117862"/>
                </a:lnTo>
                <a:lnTo>
                  <a:pt x="9639404" y="1094633"/>
                </a:lnTo>
                <a:lnTo>
                  <a:pt x="9844295" y="1074486"/>
                </a:lnTo>
                <a:lnTo>
                  <a:pt x="10049186" y="1055227"/>
                </a:lnTo>
                <a:lnTo>
                  <a:pt x="10254077" y="1034031"/>
                </a:lnTo>
                <a:lnTo>
                  <a:pt x="10458968" y="1007874"/>
                </a:lnTo>
                <a:lnTo>
                  <a:pt x="10663859" y="974002"/>
                </a:lnTo>
                <a:lnTo>
                  <a:pt x="10868750" y="930363"/>
                </a:lnTo>
                <a:lnTo>
                  <a:pt x="11073641" y="875959"/>
                </a:lnTo>
                <a:lnTo>
                  <a:pt x="11278532" y="811071"/>
                </a:lnTo>
                <a:lnTo>
                  <a:pt x="11483423" y="737318"/>
                </a:lnTo>
                <a:lnTo>
                  <a:pt x="11688314" y="657554"/>
                </a:lnTo>
                <a:lnTo>
                  <a:pt x="11893205" y="575606"/>
                </a:lnTo>
                <a:lnTo>
                  <a:pt x="12098096" y="495888"/>
                </a:lnTo>
                <a:lnTo>
                  <a:pt x="12302987" y="422937"/>
                </a:lnTo>
                <a:lnTo>
                  <a:pt x="12507878" y="360928"/>
                </a:lnTo>
                <a:lnTo>
                  <a:pt x="12712769" y="313226"/>
                </a:lnTo>
                <a:lnTo>
                  <a:pt x="12917660" y="282038"/>
                </a:lnTo>
                <a:lnTo>
                  <a:pt x="13122551" y="268190"/>
                </a:lnTo>
                <a:lnTo>
                  <a:pt x="13327442" y="271078"/>
                </a:lnTo>
                <a:lnTo>
                  <a:pt x="13532333" y="288786"/>
                </a:lnTo>
                <a:lnTo>
                  <a:pt x="13737224" y="318349"/>
                </a:lnTo>
                <a:lnTo>
                  <a:pt x="13942115" y="356145"/>
                </a:lnTo>
                <a:lnTo>
                  <a:pt x="14147006" y="398360"/>
                </a:lnTo>
                <a:lnTo>
                  <a:pt x="14351897" y="441451"/>
                </a:lnTo>
                <a:lnTo>
                  <a:pt x="14556788" y="482582"/>
                </a:lnTo>
                <a:lnTo>
                  <a:pt x="14761679" y="519949"/>
                </a:lnTo>
                <a:lnTo>
                  <a:pt x="14966570" y="552963"/>
                </a:lnTo>
                <a:lnTo>
                  <a:pt x="15171461" y="582282"/>
                </a:lnTo>
                <a:lnTo>
                  <a:pt x="15376352" y="609667"/>
                </a:lnTo>
                <a:lnTo>
                  <a:pt x="15581243" y="637695"/>
                </a:lnTo>
                <a:lnTo>
                  <a:pt x="15786135" y="669360"/>
                </a:lnTo>
                <a:lnTo>
                  <a:pt x="15991026" y="707619"/>
                </a:lnTo>
                <a:lnTo>
                  <a:pt x="16195917" y="754933"/>
                </a:lnTo>
                <a:lnTo>
                  <a:pt x="16400808" y="812865"/>
                </a:lnTo>
                <a:lnTo>
                  <a:pt x="16605699" y="881793"/>
                </a:lnTo>
                <a:lnTo>
                  <a:pt x="16810590" y="960762"/>
                </a:lnTo>
                <a:lnTo>
                  <a:pt x="17015481" y="1047505"/>
                </a:lnTo>
                <a:lnTo>
                  <a:pt x="17220372" y="1138634"/>
                </a:lnTo>
                <a:lnTo>
                  <a:pt x="17425263" y="1229963"/>
                </a:lnTo>
                <a:lnTo>
                  <a:pt x="17630154" y="1316946"/>
                </a:lnTo>
                <a:lnTo>
                  <a:pt x="17835045" y="1395153"/>
                </a:lnTo>
                <a:lnTo>
                  <a:pt x="18039936" y="1460748"/>
                </a:lnTo>
                <a:lnTo>
                  <a:pt x="18244827" y="1510894"/>
                </a:lnTo>
                <a:lnTo>
                  <a:pt x="18449718" y="1544040"/>
                </a:lnTo>
                <a:lnTo>
                  <a:pt x="18654609" y="1560058"/>
                </a:lnTo>
                <a:lnTo>
                  <a:pt x="18859500" y="1560216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7E8FA"/>
            </a:solidFill>
            <a:prstDash val="solid"/>
          </a:ln>
        </p:spPr>
      </p:sp>
      <p:sp>
        <p:nvSpPr>
          <p:cNvPr id="11" name="flow-lower-09">
            <a:extLst xmlns:a="http://schemas.openxmlformats.org/drawingml/2006/main">
              <a:ext uri="{FF2B5EF4-FFF2-40B4-BE49-F238E27FC236}">
                <a16:creationId xmlns:a16="http://schemas.microsoft.com/office/drawing/2014/main" id="{6FC75EEB-E940-47C0-8C9B-E4D06DE5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5019675"/>
            <a:ext cx="18869025" cy="1685925"/>
          </a:xfrm>
          <a:custGeom xmlns:a="http://schemas.openxmlformats.org/drawingml/2006/main">
            <a:pathLst>
              <a:path w="18869025" h="1685925">
                <a:moveTo>
                  <a:pt x="9525" y="581488"/>
                </a:moveTo>
                <a:lnTo>
                  <a:pt x="214416" y="501252"/>
                </a:lnTo>
                <a:lnTo>
                  <a:pt x="419307" y="418419"/>
                </a:lnTo>
                <a:lnTo>
                  <a:pt x="624198" y="335958"/>
                </a:lnTo>
                <a:lnTo>
                  <a:pt x="829089" y="257041"/>
                </a:lnTo>
                <a:lnTo>
                  <a:pt x="1033980" y="184837"/>
                </a:lnTo>
                <a:lnTo>
                  <a:pt x="1238871" y="122308"/>
                </a:lnTo>
                <a:lnTo>
                  <a:pt x="1443762" y="72012"/>
                </a:lnTo>
                <a:lnTo>
                  <a:pt x="1648653" y="35937"/>
                </a:lnTo>
                <a:lnTo>
                  <a:pt x="1853544" y="15375"/>
                </a:lnTo>
                <a:lnTo>
                  <a:pt x="2058435" y="10845"/>
                </a:lnTo>
                <a:lnTo>
                  <a:pt x="2263326" y="22067"/>
                </a:lnTo>
                <a:lnTo>
                  <a:pt x="2468217" y="48004"/>
                </a:lnTo>
                <a:lnTo>
                  <a:pt x="2673108" y="86943"/>
                </a:lnTo>
                <a:lnTo>
                  <a:pt x="2877999" y="136637"/>
                </a:lnTo>
                <a:lnTo>
                  <a:pt x="3082890" y="194472"/>
                </a:lnTo>
                <a:lnTo>
                  <a:pt x="3287782" y="257668"/>
                </a:lnTo>
                <a:lnTo>
                  <a:pt x="3492673" y="323473"/>
                </a:lnTo>
                <a:lnTo>
                  <a:pt x="3697564" y="389364"/>
                </a:lnTo>
                <a:lnTo>
                  <a:pt x="3902455" y="453213"/>
                </a:lnTo>
                <a:lnTo>
                  <a:pt x="4107346" y="513425"/>
                </a:lnTo>
                <a:lnTo>
                  <a:pt x="4312237" y="569023"/>
                </a:lnTo>
                <a:lnTo>
                  <a:pt x="4517128" y="619685"/>
                </a:lnTo>
                <a:lnTo>
                  <a:pt x="4722019" y="665723"/>
                </a:lnTo>
                <a:lnTo>
                  <a:pt x="4926910" y="708010"/>
                </a:lnTo>
                <a:lnTo>
                  <a:pt x="5131801" y="747861"/>
                </a:lnTo>
                <a:lnTo>
                  <a:pt x="5336692" y="786875"/>
                </a:lnTo>
                <a:lnTo>
                  <a:pt x="5541583" y="826758"/>
                </a:lnTo>
                <a:lnTo>
                  <a:pt x="5746474" y="869129"/>
                </a:lnTo>
                <a:lnTo>
                  <a:pt x="5951365" y="915345"/>
                </a:lnTo>
                <a:lnTo>
                  <a:pt x="6156256" y="966334"/>
                </a:lnTo>
                <a:lnTo>
                  <a:pt x="6361147" y="1022477"/>
                </a:lnTo>
                <a:lnTo>
                  <a:pt x="6566038" y="1083519"/>
                </a:lnTo>
                <a:lnTo>
                  <a:pt x="6770929" y="1148554"/>
                </a:lnTo>
                <a:lnTo>
                  <a:pt x="6975820" y="1216041"/>
                </a:lnTo>
                <a:lnTo>
                  <a:pt x="7180711" y="1283895"/>
                </a:lnTo>
                <a:lnTo>
                  <a:pt x="7385602" y="1349611"/>
                </a:lnTo>
                <a:lnTo>
                  <a:pt x="7590493" y="1410432"/>
                </a:lnTo>
                <a:lnTo>
                  <a:pt x="7795384" y="1463542"/>
                </a:lnTo>
                <a:lnTo>
                  <a:pt x="8000275" y="1506268"/>
                </a:lnTo>
                <a:lnTo>
                  <a:pt x="8205166" y="1536275"/>
                </a:lnTo>
                <a:lnTo>
                  <a:pt x="8410057" y="1551746"/>
                </a:lnTo>
                <a:lnTo>
                  <a:pt x="8614948" y="1551520"/>
                </a:lnTo>
                <a:lnTo>
                  <a:pt x="8819839" y="1535187"/>
                </a:lnTo>
                <a:lnTo>
                  <a:pt x="9024730" y="1503136"/>
                </a:lnTo>
                <a:lnTo>
                  <a:pt x="9229621" y="1456534"/>
                </a:lnTo>
                <a:lnTo>
                  <a:pt x="9434513" y="1397261"/>
                </a:lnTo>
                <a:lnTo>
                  <a:pt x="9639404" y="1327788"/>
                </a:lnTo>
                <a:lnTo>
                  <a:pt x="9844295" y="1251013"/>
                </a:lnTo>
                <a:lnTo>
                  <a:pt x="10049186" y="1170072"/>
                </a:lnTo>
                <a:lnTo>
                  <a:pt x="10254077" y="1088133"/>
                </a:lnTo>
                <a:lnTo>
                  <a:pt x="10458968" y="1008191"/>
                </a:lnTo>
                <a:lnTo>
                  <a:pt x="10663859" y="932881"/>
                </a:lnTo>
                <a:lnTo>
                  <a:pt x="10868750" y="864319"/>
                </a:lnTo>
                <a:lnTo>
                  <a:pt x="11073641" y="803992"/>
                </a:lnTo>
                <a:lnTo>
                  <a:pt x="11278532" y="752691"/>
                </a:lnTo>
                <a:lnTo>
                  <a:pt x="11483423" y="710505"/>
                </a:lnTo>
                <a:lnTo>
                  <a:pt x="11688314" y="676868"/>
                </a:lnTo>
                <a:lnTo>
                  <a:pt x="11893205" y="650657"/>
                </a:lnTo>
                <a:lnTo>
                  <a:pt x="12098096" y="630332"/>
                </a:lnTo>
                <a:lnTo>
                  <a:pt x="12302987" y="614108"/>
                </a:lnTo>
                <a:lnTo>
                  <a:pt x="12507878" y="600145"/>
                </a:lnTo>
                <a:lnTo>
                  <a:pt x="12712769" y="586731"/>
                </a:lnTo>
                <a:lnTo>
                  <a:pt x="12917660" y="572463"/>
                </a:lnTo>
                <a:lnTo>
                  <a:pt x="13122551" y="556390"/>
                </a:lnTo>
                <a:lnTo>
                  <a:pt x="13327442" y="538120"/>
                </a:lnTo>
                <a:lnTo>
                  <a:pt x="13532333" y="517876"/>
                </a:lnTo>
                <a:lnTo>
                  <a:pt x="13737224" y="496499"/>
                </a:lnTo>
                <a:lnTo>
                  <a:pt x="13942115" y="475396"/>
                </a:lnTo>
                <a:lnTo>
                  <a:pt x="14147006" y="456440"/>
                </a:lnTo>
                <a:lnTo>
                  <a:pt x="14351897" y="441819"/>
                </a:lnTo>
                <a:lnTo>
                  <a:pt x="14556788" y="433868"/>
                </a:lnTo>
                <a:lnTo>
                  <a:pt x="14761679" y="434867"/>
                </a:lnTo>
                <a:lnTo>
                  <a:pt x="14966570" y="446855"/>
                </a:lnTo>
                <a:lnTo>
                  <a:pt x="15171461" y="471440"/>
                </a:lnTo>
                <a:lnTo>
                  <a:pt x="15376352" y="509650"/>
                </a:lnTo>
                <a:lnTo>
                  <a:pt x="15581243" y="561819"/>
                </a:lnTo>
                <a:lnTo>
                  <a:pt x="15786135" y="627524"/>
                </a:lnTo>
                <a:lnTo>
                  <a:pt x="15991026" y="705579"/>
                </a:lnTo>
                <a:lnTo>
                  <a:pt x="16195917" y="794081"/>
                </a:lnTo>
                <a:lnTo>
                  <a:pt x="16400808" y="890513"/>
                </a:lnTo>
                <a:lnTo>
                  <a:pt x="16605699" y="991895"/>
                </a:lnTo>
                <a:lnTo>
                  <a:pt x="16810590" y="1094961"/>
                </a:lnTo>
                <a:lnTo>
                  <a:pt x="17015481" y="1196366"/>
                </a:lnTo>
                <a:lnTo>
                  <a:pt x="17220372" y="1292894"/>
                </a:lnTo>
                <a:lnTo>
                  <a:pt x="17425263" y="1381658"/>
                </a:lnTo>
                <a:lnTo>
                  <a:pt x="17630154" y="1460271"/>
                </a:lnTo>
                <a:lnTo>
                  <a:pt x="17835045" y="1526986"/>
                </a:lnTo>
                <a:lnTo>
                  <a:pt x="18039936" y="1580778"/>
                </a:lnTo>
                <a:lnTo>
                  <a:pt x="18244827" y="1621382"/>
                </a:lnTo>
                <a:lnTo>
                  <a:pt x="18449718" y="1649266"/>
                </a:lnTo>
                <a:lnTo>
                  <a:pt x="18654609" y="1665556"/>
                </a:lnTo>
                <a:lnTo>
                  <a:pt x="18859500" y="167190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7F6"/>
            </a:solidFill>
            <a:prstDash val="dash"/>
          </a:ln>
        </p:spPr>
      </p:sp>
      <p:sp>
        <p:nvSpPr>
          <p:cNvPr id="12" name="flow-lower-10">
            <a:extLst xmlns:a="http://schemas.openxmlformats.org/drawingml/2006/main">
              <a:ext uri="{FF2B5EF4-FFF2-40B4-BE49-F238E27FC236}">
                <a16:creationId xmlns:a16="http://schemas.microsoft.com/office/drawing/2014/main" id="{F0DD067E-0371-42B5-82AB-C3F7FAD3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5229225"/>
            <a:ext cx="18869025" cy="1685925"/>
          </a:xfrm>
          <a:custGeom xmlns:a="http://schemas.openxmlformats.org/drawingml/2006/main">
            <a:pathLst>
              <a:path w="18869025" h="1685925">
                <a:moveTo>
                  <a:pt x="9525" y="277919"/>
                </a:moveTo>
                <a:lnTo>
                  <a:pt x="214416" y="209272"/>
                </a:lnTo>
                <a:lnTo>
                  <a:pt x="419307" y="146944"/>
                </a:lnTo>
                <a:lnTo>
                  <a:pt x="624198" y="94129"/>
                </a:lnTo>
                <a:lnTo>
                  <a:pt x="829089" y="53515"/>
                </a:lnTo>
                <a:lnTo>
                  <a:pt x="1033980" y="27053"/>
                </a:lnTo>
                <a:lnTo>
                  <a:pt x="1238871" y="15795"/>
                </a:lnTo>
                <a:lnTo>
                  <a:pt x="1443762" y="19818"/>
                </a:lnTo>
                <a:lnTo>
                  <a:pt x="1648653" y="38233"/>
                </a:lnTo>
                <a:lnTo>
                  <a:pt x="1853544" y="69280"/>
                </a:lnTo>
                <a:lnTo>
                  <a:pt x="2058435" y="110515"/>
                </a:lnTo>
                <a:lnTo>
                  <a:pt x="2263326" y="159040"/>
                </a:lnTo>
                <a:lnTo>
                  <a:pt x="2468217" y="211787"/>
                </a:lnTo>
                <a:lnTo>
                  <a:pt x="2673108" y="265799"/>
                </a:lnTo>
                <a:lnTo>
                  <a:pt x="2877999" y="318508"/>
                </a:lnTo>
                <a:lnTo>
                  <a:pt x="3082890" y="367955"/>
                </a:lnTo>
                <a:lnTo>
                  <a:pt x="3287782" y="412955"/>
                </a:lnTo>
                <a:lnTo>
                  <a:pt x="3492673" y="453177"/>
                </a:lnTo>
                <a:lnTo>
                  <a:pt x="3697564" y="489135"/>
                </a:lnTo>
                <a:lnTo>
                  <a:pt x="3902455" y="522094"/>
                </a:lnTo>
                <a:lnTo>
                  <a:pt x="4107346" y="553893"/>
                </a:lnTo>
                <a:lnTo>
                  <a:pt x="4312237" y="586721"/>
                </a:lnTo>
                <a:lnTo>
                  <a:pt x="4517128" y="622839"/>
                </a:lnTo>
                <a:lnTo>
                  <a:pt x="4722019" y="664308"/>
                </a:lnTo>
                <a:lnTo>
                  <a:pt x="4926910" y="712726"/>
                </a:lnTo>
                <a:lnTo>
                  <a:pt x="5131801" y="769015"/>
                </a:lnTo>
                <a:lnTo>
                  <a:pt x="5336692" y="833268"/>
                </a:lnTo>
                <a:lnTo>
                  <a:pt x="5541583" y="904684"/>
                </a:lnTo>
                <a:lnTo>
                  <a:pt x="5746474" y="981592"/>
                </a:lnTo>
                <a:lnTo>
                  <a:pt x="5951365" y="1061555"/>
                </a:lnTo>
                <a:lnTo>
                  <a:pt x="6156256" y="1141560"/>
                </a:lnTo>
                <a:lnTo>
                  <a:pt x="6361147" y="1218263"/>
                </a:lnTo>
                <a:lnTo>
                  <a:pt x="6566038" y="1288271"/>
                </a:lnTo>
                <a:lnTo>
                  <a:pt x="6770929" y="1348433"/>
                </a:lnTo>
                <a:lnTo>
                  <a:pt x="6975820" y="1396114"/>
                </a:lnTo>
                <a:lnTo>
                  <a:pt x="7180711" y="1429420"/>
                </a:lnTo>
                <a:lnTo>
                  <a:pt x="7385602" y="1447361"/>
                </a:lnTo>
                <a:lnTo>
                  <a:pt x="7590493" y="1449923"/>
                </a:lnTo>
                <a:lnTo>
                  <a:pt x="7795384" y="1438062"/>
                </a:lnTo>
                <a:lnTo>
                  <a:pt x="8000275" y="1413598"/>
                </a:lnTo>
                <a:lnTo>
                  <a:pt x="8205166" y="1379036"/>
                </a:lnTo>
                <a:lnTo>
                  <a:pt x="8410057" y="1337328"/>
                </a:lnTo>
                <a:lnTo>
                  <a:pt x="8614948" y="1291593"/>
                </a:lnTo>
                <a:lnTo>
                  <a:pt x="8819839" y="1244830"/>
                </a:lnTo>
                <a:lnTo>
                  <a:pt x="9024730" y="1199646"/>
                </a:lnTo>
                <a:lnTo>
                  <a:pt x="9229621" y="1158030"/>
                </a:lnTo>
                <a:lnTo>
                  <a:pt x="9434513" y="1121195"/>
                </a:lnTo>
                <a:lnTo>
                  <a:pt x="9639404" y="1089494"/>
                </a:lnTo>
                <a:lnTo>
                  <a:pt x="9844295" y="1062433"/>
                </a:lnTo>
                <a:lnTo>
                  <a:pt x="10049186" y="1038763"/>
                </a:lnTo>
                <a:lnTo>
                  <a:pt x="10254077" y="1016659"/>
                </a:lnTo>
                <a:lnTo>
                  <a:pt x="10458968" y="993947"/>
                </a:lnTo>
                <a:lnTo>
                  <a:pt x="10663859" y="968379"/>
                </a:lnTo>
                <a:lnTo>
                  <a:pt x="10868750" y="937905"/>
                </a:lnTo>
                <a:lnTo>
                  <a:pt x="11073641" y="900936"/>
                </a:lnTo>
                <a:lnTo>
                  <a:pt x="11278532" y="856561"/>
                </a:lnTo>
                <a:lnTo>
                  <a:pt x="11483423" y="804686"/>
                </a:lnTo>
                <a:lnTo>
                  <a:pt x="11688314" y="746113"/>
                </a:lnTo>
                <a:lnTo>
                  <a:pt x="11893205" y="682504"/>
                </a:lnTo>
                <a:lnTo>
                  <a:pt x="12098096" y="616283"/>
                </a:lnTo>
                <a:lnTo>
                  <a:pt x="12302987" y="550438"/>
                </a:lnTo>
                <a:lnTo>
                  <a:pt x="12507878" y="488284"/>
                </a:lnTo>
                <a:lnTo>
                  <a:pt x="12712769" y="433174"/>
                </a:lnTo>
                <a:lnTo>
                  <a:pt x="12917660" y="388211"/>
                </a:lnTo>
                <a:lnTo>
                  <a:pt x="13122551" y="355977"/>
                </a:lnTo>
                <a:lnTo>
                  <a:pt x="13327442" y="338306"/>
                </a:lnTo>
                <a:lnTo>
                  <a:pt x="13532333" y="336127"/>
                </a:lnTo>
                <a:lnTo>
                  <a:pt x="13737224" y="349385"/>
                </a:lnTo>
                <a:lnTo>
                  <a:pt x="13942115" y="377063"/>
                </a:lnTo>
                <a:lnTo>
                  <a:pt x="14147006" y="417278"/>
                </a:lnTo>
                <a:lnTo>
                  <a:pt x="14351897" y="467463"/>
                </a:lnTo>
                <a:lnTo>
                  <a:pt x="14556788" y="524614"/>
                </a:lnTo>
                <a:lnTo>
                  <a:pt x="14761679" y="585563"/>
                </a:lnTo>
                <a:lnTo>
                  <a:pt x="14966570" y="647269"/>
                </a:lnTo>
                <a:lnTo>
                  <a:pt x="15171461" y="707089"/>
                </a:lnTo>
                <a:lnTo>
                  <a:pt x="15376352" y="763006"/>
                </a:lnTo>
                <a:lnTo>
                  <a:pt x="15581243" y="813782"/>
                </a:lnTo>
                <a:lnTo>
                  <a:pt x="15786135" y="859045"/>
                </a:lnTo>
                <a:lnTo>
                  <a:pt x="15991026" y="899273"/>
                </a:lnTo>
                <a:lnTo>
                  <a:pt x="16195917" y="935701"/>
                </a:lnTo>
                <a:lnTo>
                  <a:pt x="16400808" y="970144"/>
                </a:lnTo>
                <a:lnTo>
                  <a:pt x="16605699" y="1004764"/>
                </a:lnTo>
                <a:lnTo>
                  <a:pt x="16810590" y="1041802"/>
                </a:lnTo>
                <a:lnTo>
                  <a:pt x="17015481" y="1083299"/>
                </a:lnTo>
                <a:lnTo>
                  <a:pt x="17220372" y="1130837"/>
                </a:lnTo>
                <a:lnTo>
                  <a:pt x="17425263" y="1185327"/>
                </a:lnTo>
                <a:lnTo>
                  <a:pt x="17630154" y="1246859"/>
                </a:lnTo>
                <a:lnTo>
                  <a:pt x="17835045" y="1314641"/>
                </a:lnTo>
                <a:lnTo>
                  <a:pt x="18039936" y="1387018"/>
                </a:lnTo>
                <a:lnTo>
                  <a:pt x="18244827" y="1461588"/>
                </a:lnTo>
                <a:lnTo>
                  <a:pt x="18449718" y="1535386"/>
                </a:lnTo>
                <a:lnTo>
                  <a:pt x="18654609" y="1605132"/>
                </a:lnTo>
                <a:lnTo>
                  <a:pt x="18859500" y="1667514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4E7FA"/>
            </a:solidFill>
            <a:prstDash val="solid"/>
          </a:ln>
        </p:spPr>
      </p:sp>
      <p:sp>
        <p:nvSpPr>
          <p:cNvPr id="13" name="flow-upper-01">
            <a:extLst xmlns:a="http://schemas.openxmlformats.org/drawingml/2006/main">
              <a:ext uri="{FF2B5EF4-FFF2-40B4-BE49-F238E27FC236}">
                <a16:creationId xmlns:a16="http://schemas.microsoft.com/office/drawing/2014/main" id="{227AFFC0-9607-4C34-8E1C-C0EBCC43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85950"/>
            <a:ext cx="12411075" cy="1000125"/>
          </a:xfrm>
          <a:custGeom xmlns:a="http://schemas.openxmlformats.org/drawingml/2006/main">
            <a:pathLst>
              <a:path w="12411075" h="1000125">
                <a:moveTo>
                  <a:pt x="9525" y="524045"/>
                </a:moveTo>
                <a:lnTo>
                  <a:pt x="186554" y="527896"/>
                </a:lnTo>
                <a:lnTo>
                  <a:pt x="363583" y="525217"/>
                </a:lnTo>
                <a:lnTo>
                  <a:pt x="540612" y="517874"/>
                </a:lnTo>
                <a:lnTo>
                  <a:pt x="717641" y="508951"/>
                </a:lnTo>
                <a:lnTo>
                  <a:pt x="894670" y="502272"/>
                </a:lnTo>
                <a:lnTo>
                  <a:pt x="1071699" y="501801"/>
                </a:lnTo>
                <a:lnTo>
                  <a:pt x="1248728" y="511028"/>
                </a:lnTo>
                <a:lnTo>
                  <a:pt x="1425756" y="532399"/>
                </a:lnTo>
                <a:lnTo>
                  <a:pt x="1602785" y="566905"/>
                </a:lnTo>
                <a:lnTo>
                  <a:pt x="1779814" y="613856"/>
                </a:lnTo>
                <a:lnTo>
                  <a:pt x="1956843" y="670899"/>
                </a:lnTo>
                <a:lnTo>
                  <a:pt x="2133872" y="734263"/>
                </a:lnTo>
                <a:lnTo>
                  <a:pt x="2310901" y="799203"/>
                </a:lnTo>
                <a:lnTo>
                  <a:pt x="2487930" y="860585"/>
                </a:lnTo>
                <a:lnTo>
                  <a:pt x="2664959" y="913521"/>
                </a:lnTo>
                <a:lnTo>
                  <a:pt x="2841988" y="953984"/>
                </a:lnTo>
                <a:lnTo>
                  <a:pt x="3019017" y="979300"/>
                </a:lnTo>
                <a:lnTo>
                  <a:pt x="3196046" y="988454"/>
                </a:lnTo>
                <a:lnTo>
                  <a:pt x="3373075" y="982180"/>
                </a:lnTo>
                <a:lnTo>
                  <a:pt x="3550104" y="962804"/>
                </a:lnTo>
                <a:lnTo>
                  <a:pt x="3727132" y="933880"/>
                </a:lnTo>
                <a:lnTo>
                  <a:pt x="3904161" y="899656"/>
                </a:lnTo>
                <a:lnTo>
                  <a:pt x="4081190" y="864461"/>
                </a:lnTo>
                <a:lnTo>
                  <a:pt x="4258219" y="832083"/>
                </a:lnTo>
                <a:lnTo>
                  <a:pt x="4435248" y="805237"/>
                </a:lnTo>
                <a:lnTo>
                  <a:pt x="4612277" y="785195"/>
                </a:lnTo>
                <a:lnTo>
                  <a:pt x="4789306" y="771627"/>
                </a:lnTo>
                <a:lnTo>
                  <a:pt x="4966335" y="762675"/>
                </a:lnTo>
                <a:lnTo>
                  <a:pt x="5143364" y="755257"/>
                </a:lnTo>
                <a:lnTo>
                  <a:pt x="5320393" y="745540"/>
                </a:lnTo>
                <a:lnTo>
                  <a:pt x="5497422" y="729541"/>
                </a:lnTo>
                <a:lnTo>
                  <a:pt x="5674451" y="703746"/>
                </a:lnTo>
                <a:lnTo>
                  <a:pt x="5851480" y="665673"/>
                </a:lnTo>
                <a:lnTo>
                  <a:pt x="6028509" y="614294"/>
                </a:lnTo>
                <a:lnTo>
                  <a:pt x="6205538" y="550260"/>
                </a:lnTo>
                <a:lnTo>
                  <a:pt x="6382566" y="475893"/>
                </a:lnTo>
                <a:lnTo>
                  <a:pt x="6559595" y="394941"/>
                </a:lnTo>
                <a:lnTo>
                  <a:pt x="6736624" y="312139"/>
                </a:lnTo>
                <a:lnTo>
                  <a:pt x="6913653" y="232628"/>
                </a:lnTo>
                <a:lnTo>
                  <a:pt x="7090682" y="161313"/>
                </a:lnTo>
                <a:lnTo>
                  <a:pt x="7267711" y="102256"/>
                </a:lnTo>
                <a:lnTo>
                  <a:pt x="7444740" y="58176"/>
                </a:lnTo>
                <a:lnTo>
                  <a:pt x="7621769" y="30135"/>
                </a:lnTo>
                <a:lnTo>
                  <a:pt x="7798798" y="17450"/>
                </a:lnTo>
                <a:lnTo>
                  <a:pt x="7975827" y="17844"/>
                </a:lnTo>
                <a:lnTo>
                  <a:pt x="8152856" y="27801"/>
                </a:lnTo>
                <a:lnTo>
                  <a:pt x="8329885" y="43103"/>
                </a:lnTo>
                <a:lnTo>
                  <a:pt x="8506914" y="59439"/>
                </a:lnTo>
                <a:lnTo>
                  <a:pt x="8683942" y="73028"/>
                </a:lnTo>
                <a:lnTo>
                  <a:pt x="8860971" y="81152"/>
                </a:lnTo>
                <a:lnTo>
                  <a:pt x="9038000" y="82531"/>
                </a:lnTo>
                <a:lnTo>
                  <a:pt x="9215029" y="77486"/>
                </a:lnTo>
                <a:lnTo>
                  <a:pt x="9392058" y="67867"/>
                </a:lnTo>
                <a:lnTo>
                  <a:pt x="9569087" y="56758"/>
                </a:lnTo>
                <a:lnTo>
                  <a:pt x="9746116" y="47996"/>
                </a:lnTo>
                <a:lnTo>
                  <a:pt x="9923145" y="45584"/>
                </a:lnTo>
                <a:lnTo>
                  <a:pt x="10100174" y="53064"/>
                </a:lnTo>
                <a:lnTo>
                  <a:pt x="10277203" y="72953"/>
                </a:lnTo>
                <a:lnTo>
                  <a:pt x="10454232" y="106317"/>
                </a:lnTo>
                <a:lnTo>
                  <a:pt x="10631261" y="152542"/>
                </a:lnTo>
                <a:lnTo>
                  <a:pt x="10808290" y="209342"/>
                </a:lnTo>
                <a:lnTo>
                  <a:pt x="10985319" y="272991"/>
                </a:lnTo>
                <a:lnTo>
                  <a:pt x="11162348" y="338764"/>
                </a:lnTo>
                <a:lnTo>
                  <a:pt x="11339376" y="401518"/>
                </a:lnTo>
                <a:lnTo>
                  <a:pt x="11516405" y="456326"/>
                </a:lnTo>
                <a:lnTo>
                  <a:pt x="11693434" y="499097"/>
                </a:lnTo>
                <a:lnTo>
                  <a:pt x="11870463" y="527068"/>
                </a:lnTo>
                <a:lnTo>
                  <a:pt x="12047492" y="539127"/>
                </a:lnTo>
                <a:lnTo>
                  <a:pt x="12224521" y="535908"/>
                </a:lnTo>
                <a:lnTo>
                  <a:pt x="12401550" y="51964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2E5FA"/>
            </a:solidFill>
            <a:prstDash val="solid"/>
          </a:ln>
        </p:spPr>
      </p:sp>
      <p:sp>
        <p:nvSpPr>
          <p:cNvPr id="14" name="flow-upper-02">
            <a:extLst xmlns:a="http://schemas.openxmlformats.org/drawingml/2006/main">
              <a:ext uri="{FF2B5EF4-FFF2-40B4-BE49-F238E27FC236}">
                <a16:creationId xmlns:a16="http://schemas.microsoft.com/office/drawing/2014/main" id="{ADB4F7A9-15B2-4B2E-9EB6-9034DBC5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05025"/>
            <a:ext cx="12792075" cy="923925"/>
          </a:xfrm>
          <a:custGeom xmlns:a="http://schemas.openxmlformats.org/drawingml/2006/main">
            <a:pathLst>
              <a:path w="12792075" h="923925">
                <a:moveTo>
                  <a:pt x="9525" y="361444"/>
                </a:moveTo>
                <a:lnTo>
                  <a:pt x="191997" y="426184"/>
                </a:lnTo>
                <a:lnTo>
                  <a:pt x="374469" y="497382"/>
                </a:lnTo>
                <a:lnTo>
                  <a:pt x="556940" y="570663"/>
                </a:lnTo>
                <a:lnTo>
                  <a:pt x="739412" y="641752"/>
                </a:lnTo>
                <a:lnTo>
                  <a:pt x="921884" y="706853"/>
                </a:lnTo>
                <a:lnTo>
                  <a:pt x="1104356" y="762965"/>
                </a:lnTo>
                <a:lnTo>
                  <a:pt x="1286828" y="808109"/>
                </a:lnTo>
                <a:lnTo>
                  <a:pt x="1469299" y="841454"/>
                </a:lnTo>
                <a:lnTo>
                  <a:pt x="1651771" y="863315"/>
                </a:lnTo>
                <a:lnTo>
                  <a:pt x="1834243" y="875038"/>
                </a:lnTo>
                <a:lnTo>
                  <a:pt x="2016715" y="878778"/>
                </a:lnTo>
                <a:lnTo>
                  <a:pt x="2199186" y="877196"/>
                </a:lnTo>
                <a:lnTo>
                  <a:pt x="2381658" y="873111"/>
                </a:lnTo>
                <a:lnTo>
                  <a:pt x="2564130" y="869140"/>
                </a:lnTo>
                <a:lnTo>
                  <a:pt x="2746602" y="867372"/>
                </a:lnTo>
                <a:lnTo>
                  <a:pt x="2929074" y="869105"/>
                </a:lnTo>
                <a:lnTo>
                  <a:pt x="3111545" y="874673"/>
                </a:lnTo>
                <a:lnTo>
                  <a:pt x="3294017" y="883393"/>
                </a:lnTo>
                <a:lnTo>
                  <a:pt x="3476489" y="893621"/>
                </a:lnTo>
                <a:lnTo>
                  <a:pt x="3658961" y="902930"/>
                </a:lnTo>
                <a:lnTo>
                  <a:pt x="3841432" y="908374"/>
                </a:lnTo>
                <a:lnTo>
                  <a:pt x="4023904" y="906821"/>
                </a:lnTo>
                <a:lnTo>
                  <a:pt x="4206376" y="895318"/>
                </a:lnTo>
                <a:lnTo>
                  <a:pt x="4388848" y="871447"/>
                </a:lnTo>
                <a:lnTo>
                  <a:pt x="4571320" y="833631"/>
                </a:lnTo>
                <a:lnTo>
                  <a:pt x="4753791" y="781362"/>
                </a:lnTo>
                <a:lnTo>
                  <a:pt x="4936263" y="715332"/>
                </a:lnTo>
                <a:lnTo>
                  <a:pt x="5118735" y="637427"/>
                </a:lnTo>
                <a:lnTo>
                  <a:pt x="5301207" y="550620"/>
                </a:lnTo>
                <a:lnTo>
                  <a:pt x="5483679" y="458736"/>
                </a:lnTo>
                <a:lnTo>
                  <a:pt x="5666150" y="366142"/>
                </a:lnTo>
                <a:lnTo>
                  <a:pt x="5848622" y="277372"/>
                </a:lnTo>
                <a:lnTo>
                  <a:pt x="6031094" y="196734"/>
                </a:lnTo>
                <a:lnTo>
                  <a:pt x="6213566" y="127944"/>
                </a:lnTo>
                <a:lnTo>
                  <a:pt x="6396038" y="73804"/>
                </a:lnTo>
                <a:lnTo>
                  <a:pt x="6578509" y="35986"/>
                </a:lnTo>
                <a:lnTo>
                  <a:pt x="6760981" y="14912"/>
                </a:lnTo>
                <a:lnTo>
                  <a:pt x="6943453" y="9769"/>
                </a:lnTo>
                <a:lnTo>
                  <a:pt x="7125925" y="18632"/>
                </a:lnTo>
                <a:lnTo>
                  <a:pt x="7308396" y="38704"/>
                </a:lnTo>
                <a:lnTo>
                  <a:pt x="7490868" y="66629"/>
                </a:lnTo>
                <a:lnTo>
                  <a:pt x="7673340" y="98856"/>
                </a:lnTo>
                <a:lnTo>
                  <a:pt x="7855812" y="132008"/>
                </a:lnTo>
                <a:lnTo>
                  <a:pt x="8038284" y="163226"/>
                </a:lnTo>
                <a:lnTo>
                  <a:pt x="8220755" y="190444"/>
                </a:lnTo>
                <a:lnTo>
                  <a:pt x="8403227" y="212569"/>
                </a:lnTo>
                <a:lnTo>
                  <a:pt x="8585699" y="229551"/>
                </a:lnTo>
                <a:lnTo>
                  <a:pt x="8768171" y="242333"/>
                </a:lnTo>
                <a:lnTo>
                  <a:pt x="8950642" y="252689"/>
                </a:lnTo>
                <a:lnTo>
                  <a:pt x="9133114" y="262964"/>
                </a:lnTo>
                <a:lnTo>
                  <a:pt x="9315586" y="275755"/>
                </a:lnTo>
                <a:lnTo>
                  <a:pt x="9498058" y="293555"/>
                </a:lnTo>
                <a:lnTo>
                  <a:pt x="9680530" y="318408"/>
                </a:lnTo>
                <a:lnTo>
                  <a:pt x="9863001" y="351606"/>
                </a:lnTo>
                <a:lnTo>
                  <a:pt x="10045473" y="393473"/>
                </a:lnTo>
                <a:lnTo>
                  <a:pt x="10227945" y="443242"/>
                </a:lnTo>
                <a:lnTo>
                  <a:pt x="10410417" y="499057"/>
                </a:lnTo>
                <a:lnTo>
                  <a:pt x="10592889" y="558093"/>
                </a:lnTo>
                <a:lnTo>
                  <a:pt x="10775360" y="616781"/>
                </a:lnTo>
                <a:lnTo>
                  <a:pt x="10957832" y="671124"/>
                </a:lnTo>
                <a:lnTo>
                  <a:pt x="11140304" y="717057"/>
                </a:lnTo>
                <a:lnTo>
                  <a:pt x="11322776" y="750836"/>
                </a:lnTo>
                <a:lnTo>
                  <a:pt x="11505248" y="769397"/>
                </a:lnTo>
                <a:lnTo>
                  <a:pt x="11687719" y="770651"/>
                </a:lnTo>
                <a:lnTo>
                  <a:pt x="11870191" y="753700"/>
                </a:lnTo>
                <a:lnTo>
                  <a:pt x="12052663" y="718925"/>
                </a:lnTo>
                <a:lnTo>
                  <a:pt x="12235135" y="667968"/>
                </a:lnTo>
                <a:lnTo>
                  <a:pt x="12417606" y="603576"/>
                </a:lnTo>
                <a:lnTo>
                  <a:pt x="12600078" y="529354"/>
                </a:lnTo>
                <a:lnTo>
                  <a:pt x="12782550" y="44943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D8F6"/>
            </a:solidFill>
            <a:prstDash val="solid"/>
          </a:ln>
        </p:spPr>
      </p:sp>
      <p:sp>
        <p:nvSpPr>
          <p:cNvPr id="15" name="flow-upper-03">
            <a:extLst xmlns:a="http://schemas.openxmlformats.org/drawingml/2006/main">
              <a:ext uri="{FF2B5EF4-FFF2-40B4-BE49-F238E27FC236}">
                <a16:creationId xmlns:a16="http://schemas.microsoft.com/office/drawing/2014/main" id="{369907BE-BB0F-4075-B42B-02DBCC91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305050"/>
            <a:ext cx="13077825" cy="1000125"/>
          </a:xfrm>
          <a:custGeom xmlns:a="http://schemas.openxmlformats.org/drawingml/2006/main">
            <a:pathLst>
              <a:path w="13077825" h="1000125">
                <a:moveTo>
                  <a:pt x="9525" y="277766"/>
                </a:moveTo>
                <a:lnTo>
                  <a:pt x="196079" y="290868"/>
                </a:lnTo>
                <a:lnTo>
                  <a:pt x="382633" y="299627"/>
                </a:lnTo>
                <a:lnTo>
                  <a:pt x="569187" y="305330"/>
                </a:lnTo>
                <a:lnTo>
                  <a:pt x="755741" y="310352"/>
                </a:lnTo>
                <a:lnTo>
                  <a:pt x="942295" y="317780"/>
                </a:lnTo>
                <a:lnTo>
                  <a:pt x="1128849" y="330928"/>
                </a:lnTo>
                <a:lnTo>
                  <a:pt x="1315403" y="352806"/>
                </a:lnTo>
                <a:lnTo>
                  <a:pt x="1501956" y="385633"/>
                </a:lnTo>
                <a:lnTo>
                  <a:pt x="1688510" y="430447"/>
                </a:lnTo>
                <a:lnTo>
                  <a:pt x="1875064" y="486877"/>
                </a:lnTo>
                <a:lnTo>
                  <a:pt x="2061618" y="553100"/>
                </a:lnTo>
                <a:lnTo>
                  <a:pt x="2248172" y="626000"/>
                </a:lnTo>
                <a:lnTo>
                  <a:pt x="2434726" y="701502"/>
                </a:lnTo>
                <a:lnTo>
                  <a:pt x="2621280" y="775039"/>
                </a:lnTo>
                <a:lnTo>
                  <a:pt x="2807834" y="842089"/>
                </a:lnTo>
                <a:lnTo>
                  <a:pt x="2994388" y="898708"/>
                </a:lnTo>
                <a:lnTo>
                  <a:pt x="3180942" y="941987"/>
                </a:lnTo>
                <a:lnTo>
                  <a:pt x="3367496" y="970376"/>
                </a:lnTo>
                <a:lnTo>
                  <a:pt x="3554050" y="983824"/>
                </a:lnTo>
                <a:lnTo>
                  <a:pt x="3740604" y="983726"/>
                </a:lnTo>
                <a:lnTo>
                  <a:pt x="3927157" y="972670"/>
                </a:lnTo>
                <a:lnTo>
                  <a:pt x="4113711" y="954043"/>
                </a:lnTo>
                <a:lnTo>
                  <a:pt x="4300265" y="931526"/>
                </a:lnTo>
                <a:lnTo>
                  <a:pt x="4486819" y="908566"/>
                </a:lnTo>
                <a:lnTo>
                  <a:pt x="4673373" y="887884"/>
                </a:lnTo>
                <a:lnTo>
                  <a:pt x="4859927" y="871107"/>
                </a:lnTo>
                <a:lnTo>
                  <a:pt x="5046481" y="858543"/>
                </a:lnTo>
                <a:lnTo>
                  <a:pt x="5233035" y="849168"/>
                </a:lnTo>
                <a:lnTo>
                  <a:pt x="5419589" y="840791"/>
                </a:lnTo>
                <a:lnTo>
                  <a:pt x="5606143" y="830398"/>
                </a:lnTo>
                <a:lnTo>
                  <a:pt x="5792697" y="814619"/>
                </a:lnTo>
                <a:lnTo>
                  <a:pt x="5979251" y="790250"/>
                </a:lnTo>
                <a:lnTo>
                  <a:pt x="6165805" y="754759"/>
                </a:lnTo>
                <a:lnTo>
                  <a:pt x="6352359" y="706715"/>
                </a:lnTo>
                <a:lnTo>
                  <a:pt x="6538913" y="646059"/>
                </a:lnTo>
                <a:lnTo>
                  <a:pt x="6725466" y="574205"/>
                </a:lnTo>
                <a:lnTo>
                  <a:pt x="6912020" y="493933"/>
                </a:lnTo>
                <a:lnTo>
                  <a:pt x="7098574" y="409097"/>
                </a:lnTo>
                <a:lnTo>
                  <a:pt x="7285128" y="324195"/>
                </a:lnTo>
                <a:lnTo>
                  <a:pt x="7471682" y="243839"/>
                </a:lnTo>
                <a:lnTo>
                  <a:pt x="7658236" y="172216"/>
                </a:lnTo>
                <a:lnTo>
                  <a:pt x="7844790" y="112601"/>
                </a:lnTo>
                <a:lnTo>
                  <a:pt x="8031344" y="66991"/>
                </a:lnTo>
                <a:lnTo>
                  <a:pt x="8217898" y="35911"/>
                </a:lnTo>
                <a:lnTo>
                  <a:pt x="8404452" y="18418"/>
                </a:lnTo>
                <a:lnTo>
                  <a:pt x="8591006" y="12290"/>
                </a:lnTo>
                <a:lnTo>
                  <a:pt x="8777560" y="14396"/>
                </a:lnTo>
                <a:lnTo>
                  <a:pt x="8964114" y="21168"/>
                </a:lnTo>
                <a:lnTo>
                  <a:pt x="9150667" y="29136"/>
                </a:lnTo>
                <a:lnTo>
                  <a:pt x="9337221" y="35428"/>
                </a:lnTo>
                <a:lnTo>
                  <a:pt x="9523775" y="38182"/>
                </a:lnTo>
                <a:lnTo>
                  <a:pt x="9710329" y="36811"/>
                </a:lnTo>
                <a:lnTo>
                  <a:pt x="9896883" y="32075"/>
                </a:lnTo>
                <a:lnTo>
                  <a:pt x="10083437" y="25959"/>
                </a:lnTo>
                <a:lnTo>
                  <a:pt x="10269991" y="21376"/>
                </a:lnTo>
                <a:lnTo>
                  <a:pt x="10456545" y="21727"/>
                </a:lnTo>
                <a:lnTo>
                  <a:pt x="10643099" y="30384"/>
                </a:lnTo>
                <a:lnTo>
                  <a:pt x="10829653" y="50172"/>
                </a:lnTo>
                <a:lnTo>
                  <a:pt x="11016207" y="82912"/>
                </a:lnTo>
                <a:lnTo>
                  <a:pt x="11202761" y="129098"/>
                </a:lnTo>
                <a:lnTo>
                  <a:pt x="11389315" y="187753"/>
                </a:lnTo>
                <a:lnTo>
                  <a:pt x="11575869" y="256473"/>
                </a:lnTo>
                <a:lnTo>
                  <a:pt x="11762423" y="331670"/>
                </a:lnTo>
                <a:lnTo>
                  <a:pt x="11948976" y="408975"/>
                </a:lnTo>
                <a:lnTo>
                  <a:pt x="12135530" y="483745"/>
                </a:lnTo>
                <a:lnTo>
                  <a:pt x="12322084" y="551602"/>
                </a:lnTo>
                <a:lnTo>
                  <a:pt x="12508638" y="608949"/>
                </a:lnTo>
                <a:lnTo>
                  <a:pt x="12695192" y="653371"/>
                </a:lnTo>
                <a:lnTo>
                  <a:pt x="12881746" y="683881"/>
                </a:lnTo>
                <a:lnTo>
                  <a:pt x="13068300" y="700972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8E8FA"/>
            </a:solidFill>
            <a:prstDash val="solid"/>
          </a:ln>
        </p:spPr>
      </p:sp>
      <p:sp>
        <p:nvSpPr>
          <p:cNvPr id="16" name="flow-upper-04">
            <a:extLst xmlns:a="http://schemas.openxmlformats.org/drawingml/2006/main">
              <a:ext uri="{FF2B5EF4-FFF2-40B4-BE49-F238E27FC236}">
                <a16:creationId xmlns:a16="http://schemas.microsoft.com/office/drawing/2014/main" id="{229DD1AD-8DE0-48A9-9749-3D7D4460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447925"/>
            <a:ext cx="13268325" cy="1076325"/>
          </a:xfrm>
          <a:custGeom xmlns:a="http://schemas.openxmlformats.org/drawingml/2006/main">
            <a:pathLst>
              <a:path w="13268325" h="1076325">
                <a:moveTo>
                  <a:pt x="9525" y="145743"/>
                </a:moveTo>
                <a:lnTo>
                  <a:pt x="198800" y="138525"/>
                </a:lnTo>
                <a:lnTo>
                  <a:pt x="388076" y="143304"/>
                </a:lnTo>
                <a:lnTo>
                  <a:pt x="577351" y="162127"/>
                </a:lnTo>
                <a:lnTo>
                  <a:pt x="766626" y="196140"/>
                </a:lnTo>
                <a:lnTo>
                  <a:pt x="955902" y="245444"/>
                </a:lnTo>
                <a:lnTo>
                  <a:pt x="1145177" y="309042"/>
                </a:lnTo>
                <a:lnTo>
                  <a:pt x="1334453" y="384882"/>
                </a:lnTo>
                <a:lnTo>
                  <a:pt x="1523728" y="469998"/>
                </a:lnTo>
                <a:lnTo>
                  <a:pt x="1713003" y="560729"/>
                </a:lnTo>
                <a:lnTo>
                  <a:pt x="1902279" y="652998"/>
                </a:lnTo>
                <a:lnTo>
                  <a:pt x="2091554" y="742634"/>
                </a:lnTo>
                <a:lnTo>
                  <a:pt x="2280829" y="825698"/>
                </a:lnTo>
                <a:lnTo>
                  <a:pt x="2470105" y="898786"/>
                </a:lnTo>
                <a:lnTo>
                  <a:pt x="2659380" y="959289"/>
                </a:lnTo>
                <a:lnTo>
                  <a:pt x="2848655" y="1005575"/>
                </a:lnTo>
                <a:lnTo>
                  <a:pt x="3037931" y="1037092"/>
                </a:lnTo>
                <a:lnTo>
                  <a:pt x="3227206" y="1054365"/>
                </a:lnTo>
                <a:lnTo>
                  <a:pt x="3416481" y="1058904"/>
                </a:lnTo>
                <a:lnTo>
                  <a:pt x="3605757" y="1053022"/>
                </a:lnTo>
                <a:lnTo>
                  <a:pt x="3795032" y="1039589"/>
                </a:lnTo>
                <a:lnTo>
                  <a:pt x="3984307" y="1021731"/>
                </a:lnTo>
                <a:lnTo>
                  <a:pt x="4173583" y="1002522"/>
                </a:lnTo>
                <a:lnTo>
                  <a:pt x="4362858" y="984675"/>
                </a:lnTo>
                <a:lnTo>
                  <a:pt x="4552134" y="970285"/>
                </a:lnTo>
                <a:lnTo>
                  <a:pt x="4741409" y="960624"/>
                </a:lnTo>
                <a:lnTo>
                  <a:pt x="4930684" y="956026"/>
                </a:lnTo>
                <a:lnTo>
                  <a:pt x="5119960" y="955860"/>
                </a:lnTo>
                <a:lnTo>
                  <a:pt x="5309235" y="958598"/>
                </a:lnTo>
                <a:lnTo>
                  <a:pt x="5498510" y="961981"/>
                </a:lnTo>
                <a:lnTo>
                  <a:pt x="5687786" y="963243"/>
                </a:lnTo>
                <a:lnTo>
                  <a:pt x="5877061" y="959400"/>
                </a:lnTo>
                <a:lnTo>
                  <a:pt x="6066336" y="947559"/>
                </a:lnTo>
                <a:lnTo>
                  <a:pt x="6255612" y="925225"/>
                </a:lnTo>
                <a:lnTo>
                  <a:pt x="6444887" y="890572"/>
                </a:lnTo>
                <a:lnTo>
                  <a:pt x="6634163" y="842664"/>
                </a:lnTo>
                <a:lnTo>
                  <a:pt x="6823438" y="781591"/>
                </a:lnTo>
                <a:lnTo>
                  <a:pt x="7012713" y="708510"/>
                </a:lnTo>
                <a:lnTo>
                  <a:pt x="7201989" y="625604"/>
                </a:lnTo>
                <a:lnTo>
                  <a:pt x="7391264" y="535927"/>
                </a:lnTo>
                <a:lnTo>
                  <a:pt x="7580539" y="443190"/>
                </a:lnTo>
                <a:lnTo>
                  <a:pt x="7769815" y="351469"/>
                </a:lnTo>
                <a:lnTo>
                  <a:pt x="7959090" y="264889"/>
                </a:lnTo>
                <a:lnTo>
                  <a:pt x="8148365" y="187300"/>
                </a:lnTo>
                <a:lnTo>
                  <a:pt x="8337641" y="121970"/>
                </a:lnTo>
                <a:lnTo>
                  <a:pt x="8526916" y="71334"/>
                </a:lnTo>
                <a:lnTo>
                  <a:pt x="8716191" y="36818"/>
                </a:lnTo>
                <a:lnTo>
                  <a:pt x="8905467" y="18741"/>
                </a:lnTo>
                <a:lnTo>
                  <a:pt x="9094742" y="16327"/>
                </a:lnTo>
                <a:lnTo>
                  <a:pt x="9284017" y="27802"/>
                </a:lnTo>
                <a:lnTo>
                  <a:pt x="9473293" y="50584"/>
                </a:lnTo>
                <a:lnTo>
                  <a:pt x="9662568" y="81538"/>
                </a:lnTo>
                <a:lnTo>
                  <a:pt x="9851844" y="117274"/>
                </a:lnTo>
                <a:lnTo>
                  <a:pt x="10041119" y="154469"/>
                </a:lnTo>
                <a:lnTo>
                  <a:pt x="10230394" y="190165"/>
                </a:lnTo>
                <a:lnTo>
                  <a:pt x="10419670" y="222041"/>
                </a:lnTo>
                <a:lnTo>
                  <a:pt x="10608945" y="248607"/>
                </a:lnTo>
                <a:lnTo>
                  <a:pt x="10798220" y="269324"/>
                </a:lnTo>
                <a:lnTo>
                  <a:pt x="10987496" y="284624"/>
                </a:lnTo>
                <a:lnTo>
                  <a:pt x="11176771" y="295844"/>
                </a:lnTo>
                <a:lnTo>
                  <a:pt x="11366046" y="305062"/>
                </a:lnTo>
                <a:lnTo>
                  <a:pt x="11555322" y="314863"/>
                </a:lnTo>
                <a:lnTo>
                  <a:pt x="11744597" y="328060"/>
                </a:lnTo>
                <a:lnTo>
                  <a:pt x="11933873" y="347382"/>
                </a:lnTo>
                <a:lnTo>
                  <a:pt x="12123148" y="375171"/>
                </a:lnTo>
                <a:lnTo>
                  <a:pt x="12312423" y="413114"/>
                </a:lnTo>
                <a:lnTo>
                  <a:pt x="12501699" y="462028"/>
                </a:lnTo>
                <a:lnTo>
                  <a:pt x="12690974" y="521732"/>
                </a:lnTo>
                <a:lnTo>
                  <a:pt x="12880249" y="591003"/>
                </a:lnTo>
                <a:lnTo>
                  <a:pt x="13069525" y="667632"/>
                </a:lnTo>
                <a:lnTo>
                  <a:pt x="13258800" y="74857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C6DEF8"/>
            </a:solidFill>
            <a:prstDash val="solid"/>
          </a:ln>
        </p:spPr>
      </p:sp>
      <p:sp>
        <p:nvSpPr>
          <p:cNvPr id="17" name="flow-upper-05">
            <a:extLst xmlns:a="http://schemas.openxmlformats.org/drawingml/2006/main">
              <a:ext uri="{FF2B5EF4-FFF2-40B4-BE49-F238E27FC236}">
                <a16:creationId xmlns:a16="http://schemas.microsoft.com/office/drawing/2014/main" id="{406BEA9A-8E26-43AF-8F21-B86AAF90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67000"/>
            <a:ext cx="13554075" cy="1038225"/>
          </a:xfrm>
          <a:custGeom xmlns:a="http://schemas.openxmlformats.org/drawingml/2006/main">
            <a:pathLst>
              <a:path w="13554075" h="1038225">
                <a:moveTo>
                  <a:pt x="9525" y="21890"/>
                </a:moveTo>
                <a:lnTo>
                  <a:pt x="202882" y="13536"/>
                </a:lnTo>
                <a:lnTo>
                  <a:pt x="396240" y="13316"/>
                </a:lnTo>
                <a:lnTo>
                  <a:pt x="589597" y="22991"/>
                </a:lnTo>
                <a:lnTo>
                  <a:pt x="782955" y="43860"/>
                </a:lnTo>
                <a:lnTo>
                  <a:pt x="976313" y="76637"/>
                </a:lnTo>
                <a:lnTo>
                  <a:pt x="1169670" y="121361"/>
                </a:lnTo>
                <a:lnTo>
                  <a:pt x="1363028" y="177365"/>
                </a:lnTo>
                <a:lnTo>
                  <a:pt x="1556385" y="243299"/>
                </a:lnTo>
                <a:lnTo>
                  <a:pt x="1749743" y="317208"/>
                </a:lnTo>
                <a:lnTo>
                  <a:pt x="1943100" y="396655"/>
                </a:lnTo>
                <a:lnTo>
                  <a:pt x="2136457" y="478889"/>
                </a:lnTo>
                <a:lnTo>
                  <a:pt x="2329815" y="561027"/>
                </a:lnTo>
                <a:lnTo>
                  <a:pt x="2523173" y="640259"/>
                </a:lnTo>
                <a:lnTo>
                  <a:pt x="2716530" y="714034"/>
                </a:lnTo>
                <a:lnTo>
                  <a:pt x="2909888" y="780233"/>
                </a:lnTo>
                <a:lnTo>
                  <a:pt x="3103245" y="837299"/>
                </a:lnTo>
                <a:lnTo>
                  <a:pt x="3296603" y="884328"/>
                </a:lnTo>
                <a:lnTo>
                  <a:pt x="3489960" y="921104"/>
                </a:lnTo>
                <a:lnTo>
                  <a:pt x="3683318" y="948071"/>
                </a:lnTo>
                <a:lnTo>
                  <a:pt x="3876675" y="966268"/>
                </a:lnTo>
                <a:lnTo>
                  <a:pt x="4070032" y="977200"/>
                </a:lnTo>
                <a:lnTo>
                  <a:pt x="4263390" y="982682"/>
                </a:lnTo>
                <a:lnTo>
                  <a:pt x="4456748" y="984664"/>
                </a:lnTo>
                <a:lnTo>
                  <a:pt x="4650105" y="985033"/>
                </a:lnTo>
                <a:lnTo>
                  <a:pt x="4843463" y="985445"/>
                </a:lnTo>
                <a:lnTo>
                  <a:pt x="5036820" y="987160"/>
                </a:lnTo>
                <a:lnTo>
                  <a:pt x="5230177" y="990931"/>
                </a:lnTo>
                <a:lnTo>
                  <a:pt x="5423535" y="996928"/>
                </a:lnTo>
                <a:lnTo>
                  <a:pt x="5616893" y="1004720"/>
                </a:lnTo>
                <a:lnTo>
                  <a:pt x="5810250" y="1013314"/>
                </a:lnTo>
                <a:lnTo>
                  <a:pt x="6003608" y="1021238"/>
                </a:lnTo>
                <a:lnTo>
                  <a:pt x="6196965" y="1026678"/>
                </a:lnTo>
                <a:lnTo>
                  <a:pt x="6390323" y="1027640"/>
                </a:lnTo>
                <a:lnTo>
                  <a:pt x="6583680" y="1022134"/>
                </a:lnTo>
                <a:lnTo>
                  <a:pt x="6777038" y="1008364"/>
                </a:lnTo>
                <a:lnTo>
                  <a:pt x="6970395" y="984900"/>
                </a:lnTo>
                <a:lnTo>
                  <a:pt x="7163752" y="950832"/>
                </a:lnTo>
                <a:lnTo>
                  <a:pt x="7357110" y="905871"/>
                </a:lnTo>
                <a:lnTo>
                  <a:pt x="7550468" y="850416"/>
                </a:lnTo>
                <a:lnTo>
                  <a:pt x="7743825" y="785553"/>
                </a:lnTo>
                <a:lnTo>
                  <a:pt x="7937183" y="713004"/>
                </a:lnTo>
                <a:lnTo>
                  <a:pt x="8130540" y="635028"/>
                </a:lnTo>
                <a:lnTo>
                  <a:pt x="8323898" y="554274"/>
                </a:lnTo>
                <a:lnTo>
                  <a:pt x="8517255" y="473600"/>
                </a:lnTo>
                <a:lnTo>
                  <a:pt x="8710613" y="395881"/>
                </a:lnTo>
                <a:lnTo>
                  <a:pt x="8903970" y="323812"/>
                </a:lnTo>
                <a:lnTo>
                  <a:pt x="9097328" y="259724"/>
                </a:lnTo>
                <a:lnTo>
                  <a:pt x="9290685" y="205432"/>
                </a:lnTo>
                <a:lnTo>
                  <a:pt x="9484042" y="162121"/>
                </a:lnTo>
                <a:lnTo>
                  <a:pt x="9677400" y="130288"/>
                </a:lnTo>
                <a:lnTo>
                  <a:pt x="9870758" y="109734"/>
                </a:lnTo>
                <a:lnTo>
                  <a:pt x="10064115" y="99612"/>
                </a:lnTo>
                <a:lnTo>
                  <a:pt x="10257472" y="98526"/>
                </a:lnTo>
                <a:lnTo>
                  <a:pt x="10450830" y="104675"/>
                </a:lnTo>
                <a:lnTo>
                  <a:pt x="10644188" y="116027"/>
                </a:lnTo>
                <a:lnTo>
                  <a:pt x="10837545" y="130498"/>
                </a:lnTo>
                <a:lnTo>
                  <a:pt x="11030903" y="146148"/>
                </a:lnTo>
                <a:lnTo>
                  <a:pt x="11224260" y="161348"/>
                </a:lnTo>
                <a:lnTo>
                  <a:pt x="11417618" y="174920"/>
                </a:lnTo>
                <a:lnTo>
                  <a:pt x="11610975" y="186238"/>
                </a:lnTo>
                <a:lnTo>
                  <a:pt x="11804333" y="195271"/>
                </a:lnTo>
                <a:lnTo>
                  <a:pt x="11997690" y="202583"/>
                </a:lnTo>
                <a:lnTo>
                  <a:pt x="12191048" y="209265"/>
                </a:lnTo>
                <a:lnTo>
                  <a:pt x="12384405" y="216835"/>
                </a:lnTo>
                <a:lnTo>
                  <a:pt x="12577763" y="227080"/>
                </a:lnTo>
                <a:lnTo>
                  <a:pt x="12771120" y="241892"/>
                </a:lnTo>
                <a:lnTo>
                  <a:pt x="12964478" y="263071"/>
                </a:lnTo>
                <a:lnTo>
                  <a:pt x="13157835" y="292149"/>
                </a:lnTo>
                <a:lnTo>
                  <a:pt x="13351193" y="330226"/>
                </a:lnTo>
                <a:lnTo>
                  <a:pt x="13544550" y="377841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0ECFA"/>
            </a:solidFill>
            <a:prstDash val="dash"/>
          </a:ln>
        </p:spPr>
      </p:sp>
      <p:sp>
        <p:nvSpPr>
          <p:cNvPr id="18" name="flow-upper-06">
            <a:extLst xmlns:a="http://schemas.openxmlformats.org/drawingml/2006/main">
              <a:ext uri="{FF2B5EF4-FFF2-40B4-BE49-F238E27FC236}">
                <a16:creationId xmlns:a16="http://schemas.microsoft.com/office/drawing/2014/main" id="{E555A8D1-A5BC-4B8C-8ECC-3626304A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90850"/>
            <a:ext cx="12030075" cy="914400"/>
          </a:xfrm>
          <a:custGeom xmlns:a="http://schemas.openxmlformats.org/drawingml/2006/main">
            <a:pathLst>
              <a:path w="12030075" h="914400">
                <a:moveTo>
                  <a:pt x="9525" y="707906"/>
                </a:moveTo>
                <a:lnTo>
                  <a:pt x="181111" y="711258"/>
                </a:lnTo>
                <a:lnTo>
                  <a:pt x="352697" y="717280"/>
                </a:lnTo>
                <a:lnTo>
                  <a:pt x="524283" y="725367"/>
                </a:lnTo>
                <a:lnTo>
                  <a:pt x="695869" y="733930"/>
                </a:lnTo>
                <a:lnTo>
                  <a:pt x="867455" y="740609"/>
                </a:lnTo>
                <a:lnTo>
                  <a:pt x="1039041" y="742590"/>
                </a:lnTo>
                <a:lnTo>
                  <a:pt x="1210628" y="736988"/>
                </a:lnTo>
                <a:lnTo>
                  <a:pt x="1382214" y="721253"/>
                </a:lnTo>
                <a:lnTo>
                  <a:pt x="1553800" y="693543"/>
                </a:lnTo>
                <a:lnTo>
                  <a:pt x="1725386" y="653012"/>
                </a:lnTo>
                <a:lnTo>
                  <a:pt x="1896972" y="599995"/>
                </a:lnTo>
                <a:lnTo>
                  <a:pt x="2068558" y="536041"/>
                </a:lnTo>
                <a:lnTo>
                  <a:pt x="2240144" y="463809"/>
                </a:lnTo>
                <a:lnTo>
                  <a:pt x="2411730" y="386827"/>
                </a:lnTo>
                <a:lnTo>
                  <a:pt x="2583316" y="309145"/>
                </a:lnTo>
                <a:lnTo>
                  <a:pt x="2754902" y="234931"/>
                </a:lnTo>
                <a:lnTo>
                  <a:pt x="2926488" y="168041"/>
                </a:lnTo>
                <a:lnTo>
                  <a:pt x="3098074" y="111636"/>
                </a:lnTo>
                <a:lnTo>
                  <a:pt x="3269660" y="67877"/>
                </a:lnTo>
                <a:lnTo>
                  <a:pt x="3441246" y="37738"/>
                </a:lnTo>
                <a:lnTo>
                  <a:pt x="3612832" y="20960"/>
                </a:lnTo>
                <a:lnTo>
                  <a:pt x="3784419" y="16157"/>
                </a:lnTo>
                <a:lnTo>
                  <a:pt x="3956005" y="21040"/>
                </a:lnTo>
                <a:lnTo>
                  <a:pt x="4127591" y="32760"/>
                </a:lnTo>
                <a:lnTo>
                  <a:pt x="4299177" y="48291"/>
                </a:lnTo>
                <a:lnTo>
                  <a:pt x="4470763" y="64844"/>
                </a:lnTo>
                <a:lnTo>
                  <a:pt x="4642349" y="80223"/>
                </a:lnTo>
                <a:lnTo>
                  <a:pt x="4813935" y="93106"/>
                </a:lnTo>
                <a:lnTo>
                  <a:pt x="4985521" y="103206"/>
                </a:lnTo>
                <a:lnTo>
                  <a:pt x="5157107" y="111284"/>
                </a:lnTo>
                <a:lnTo>
                  <a:pt x="5328693" y="119032"/>
                </a:lnTo>
                <a:lnTo>
                  <a:pt x="5500279" y="128818"/>
                </a:lnTo>
                <a:lnTo>
                  <a:pt x="5671865" y="143351"/>
                </a:lnTo>
                <a:lnTo>
                  <a:pt x="5843451" y="165279"/>
                </a:lnTo>
                <a:lnTo>
                  <a:pt x="6015038" y="196797"/>
                </a:lnTo>
                <a:lnTo>
                  <a:pt x="6186624" y="239298"/>
                </a:lnTo>
                <a:lnTo>
                  <a:pt x="6358210" y="293124"/>
                </a:lnTo>
                <a:lnTo>
                  <a:pt x="6529796" y="357431"/>
                </a:lnTo>
                <a:lnTo>
                  <a:pt x="6701382" y="430205"/>
                </a:lnTo>
                <a:lnTo>
                  <a:pt x="6872968" y="508425"/>
                </a:lnTo>
                <a:lnTo>
                  <a:pt x="7044554" y="588335"/>
                </a:lnTo>
                <a:lnTo>
                  <a:pt x="7216140" y="665826"/>
                </a:lnTo>
                <a:lnTo>
                  <a:pt x="7387726" y="736850"/>
                </a:lnTo>
                <a:lnTo>
                  <a:pt x="7559312" y="797837"/>
                </a:lnTo>
                <a:lnTo>
                  <a:pt x="7730898" y="846059"/>
                </a:lnTo>
                <a:lnTo>
                  <a:pt x="7902484" y="879891"/>
                </a:lnTo>
                <a:lnTo>
                  <a:pt x="8074070" y="898946"/>
                </a:lnTo>
                <a:lnTo>
                  <a:pt x="8245656" y="904069"/>
                </a:lnTo>
                <a:lnTo>
                  <a:pt x="8417242" y="897180"/>
                </a:lnTo>
                <a:lnTo>
                  <a:pt x="8588829" y="881004"/>
                </a:lnTo>
                <a:lnTo>
                  <a:pt x="8760415" y="858704"/>
                </a:lnTo>
                <a:lnTo>
                  <a:pt x="8932001" y="833474"/>
                </a:lnTo>
                <a:lnTo>
                  <a:pt x="9103587" y="808146"/>
                </a:lnTo>
                <a:lnTo>
                  <a:pt x="9275173" y="784841"/>
                </a:lnTo>
                <a:lnTo>
                  <a:pt x="9446759" y="764733"/>
                </a:lnTo>
                <a:lnTo>
                  <a:pt x="9618345" y="747930"/>
                </a:lnTo>
                <a:lnTo>
                  <a:pt x="9789931" y="733510"/>
                </a:lnTo>
                <a:lnTo>
                  <a:pt x="9961517" y="719679"/>
                </a:lnTo>
                <a:lnTo>
                  <a:pt x="10133103" y="704064"/>
                </a:lnTo>
                <a:lnTo>
                  <a:pt x="10304689" y="684069"/>
                </a:lnTo>
                <a:lnTo>
                  <a:pt x="10476275" y="657280"/>
                </a:lnTo>
                <a:lnTo>
                  <a:pt x="10647861" y="621842"/>
                </a:lnTo>
                <a:lnTo>
                  <a:pt x="10819448" y="576780"/>
                </a:lnTo>
                <a:lnTo>
                  <a:pt x="10991034" y="522208"/>
                </a:lnTo>
                <a:lnTo>
                  <a:pt x="11162620" y="459408"/>
                </a:lnTo>
                <a:lnTo>
                  <a:pt x="11334206" y="390766"/>
                </a:lnTo>
                <a:lnTo>
                  <a:pt x="11505792" y="319562"/>
                </a:lnTo>
                <a:lnTo>
                  <a:pt x="11677378" y="249658"/>
                </a:lnTo>
                <a:lnTo>
                  <a:pt x="11848964" y="185103"/>
                </a:lnTo>
                <a:lnTo>
                  <a:pt x="12020550" y="12970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6F6"/>
            </a:solidFill>
            <a:prstDash val="solid"/>
          </a:ln>
        </p:spPr>
      </p:sp>
      <p:sp>
        <p:nvSpPr>
          <p:cNvPr id="19" name="flow-upper-07">
            <a:extLst xmlns:a="http://schemas.openxmlformats.org/drawingml/2006/main">
              <a:ext uri="{FF2B5EF4-FFF2-40B4-BE49-F238E27FC236}">
                <a16:creationId xmlns:a16="http://schemas.microsoft.com/office/drawing/2014/main" id="{96FDB6AA-B1E2-49A9-8317-82B85DA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57550"/>
            <a:ext cx="11649075" cy="819150"/>
          </a:xfrm>
          <a:custGeom xmlns:a="http://schemas.openxmlformats.org/drawingml/2006/main">
            <a:pathLst>
              <a:path w="11649075" h="819150">
                <a:moveTo>
                  <a:pt x="9525" y="510864"/>
                </a:moveTo>
                <a:lnTo>
                  <a:pt x="175668" y="452445"/>
                </a:lnTo>
                <a:lnTo>
                  <a:pt x="341811" y="390138"/>
                </a:lnTo>
                <a:lnTo>
                  <a:pt x="507955" y="326758"/>
                </a:lnTo>
                <a:lnTo>
                  <a:pt x="674098" y="265059"/>
                </a:lnTo>
                <a:lnTo>
                  <a:pt x="840241" y="207527"/>
                </a:lnTo>
                <a:lnTo>
                  <a:pt x="1006384" y="156209"/>
                </a:lnTo>
                <a:lnTo>
                  <a:pt x="1172528" y="112582"/>
                </a:lnTo>
                <a:lnTo>
                  <a:pt x="1338671" y="77479"/>
                </a:lnTo>
                <a:lnTo>
                  <a:pt x="1504814" y="51069"/>
                </a:lnTo>
                <a:lnTo>
                  <a:pt x="1670957" y="32909"/>
                </a:lnTo>
                <a:lnTo>
                  <a:pt x="1837100" y="22043"/>
                </a:lnTo>
                <a:lnTo>
                  <a:pt x="2003244" y="17151"/>
                </a:lnTo>
                <a:lnTo>
                  <a:pt x="2169387" y="16721"/>
                </a:lnTo>
                <a:lnTo>
                  <a:pt x="2335530" y="19242"/>
                </a:lnTo>
                <a:lnTo>
                  <a:pt x="2501673" y="23378"/>
                </a:lnTo>
                <a:lnTo>
                  <a:pt x="2667816" y="28128"/>
                </a:lnTo>
                <a:lnTo>
                  <a:pt x="2833960" y="32935"/>
                </a:lnTo>
                <a:lnTo>
                  <a:pt x="3000103" y="37752"/>
                </a:lnTo>
                <a:lnTo>
                  <a:pt x="3166246" y="43038"/>
                </a:lnTo>
                <a:lnTo>
                  <a:pt x="3332389" y="49705"/>
                </a:lnTo>
                <a:lnTo>
                  <a:pt x="3498532" y="59013"/>
                </a:lnTo>
                <a:lnTo>
                  <a:pt x="3664676" y="72411"/>
                </a:lnTo>
                <a:lnTo>
                  <a:pt x="3830819" y="91364"/>
                </a:lnTo>
                <a:lnTo>
                  <a:pt x="3996962" y="117168"/>
                </a:lnTo>
                <a:lnTo>
                  <a:pt x="4163105" y="150766"/>
                </a:lnTo>
                <a:lnTo>
                  <a:pt x="4329249" y="192609"/>
                </a:lnTo>
                <a:lnTo>
                  <a:pt x="4495392" y="242544"/>
                </a:lnTo>
                <a:lnTo>
                  <a:pt x="4661535" y="299768"/>
                </a:lnTo>
                <a:lnTo>
                  <a:pt x="4827678" y="362837"/>
                </a:lnTo>
                <a:lnTo>
                  <a:pt x="4993821" y="429738"/>
                </a:lnTo>
                <a:lnTo>
                  <a:pt x="5159965" y="498020"/>
                </a:lnTo>
                <a:lnTo>
                  <a:pt x="5326108" y="564960"/>
                </a:lnTo>
                <a:lnTo>
                  <a:pt x="5492251" y="627766"/>
                </a:lnTo>
                <a:lnTo>
                  <a:pt x="5658394" y="683789"/>
                </a:lnTo>
                <a:lnTo>
                  <a:pt x="5824538" y="730720"/>
                </a:lnTo>
                <a:lnTo>
                  <a:pt x="5990681" y="766768"/>
                </a:lnTo>
                <a:lnTo>
                  <a:pt x="6156824" y="790785"/>
                </a:lnTo>
                <a:lnTo>
                  <a:pt x="6322967" y="802347"/>
                </a:lnTo>
                <a:lnTo>
                  <a:pt x="6489110" y="801760"/>
                </a:lnTo>
                <a:lnTo>
                  <a:pt x="6655254" y="790015"/>
                </a:lnTo>
                <a:lnTo>
                  <a:pt x="6821397" y="768677"/>
                </a:lnTo>
                <a:lnTo>
                  <a:pt x="6987540" y="739732"/>
                </a:lnTo>
                <a:lnTo>
                  <a:pt x="7153683" y="705401"/>
                </a:lnTo>
                <a:lnTo>
                  <a:pt x="7319826" y="667936"/>
                </a:lnTo>
                <a:lnTo>
                  <a:pt x="7485970" y="629431"/>
                </a:lnTo>
                <a:lnTo>
                  <a:pt x="7652113" y="591649"/>
                </a:lnTo>
                <a:lnTo>
                  <a:pt x="7818256" y="555889"/>
                </a:lnTo>
                <a:lnTo>
                  <a:pt x="7984399" y="522911"/>
                </a:lnTo>
                <a:lnTo>
                  <a:pt x="8150542" y="492910"/>
                </a:lnTo>
                <a:lnTo>
                  <a:pt x="8316686" y="465565"/>
                </a:lnTo>
                <a:lnTo>
                  <a:pt x="8482829" y="440124"/>
                </a:lnTo>
                <a:lnTo>
                  <a:pt x="8648972" y="415548"/>
                </a:lnTo>
                <a:lnTo>
                  <a:pt x="8815115" y="390680"/>
                </a:lnTo>
                <a:lnTo>
                  <a:pt x="8981259" y="364424"/>
                </a:lnTo>
                <a:lnTo>
                  <a:pt x="9147402" y="335920"/>
                </a:lnTo>
                <a:lnTo>
                  <a:pt x="9313545" y="304695"/>
                </a:lnTo>
                <a:lnTo>
                  <a:pt x="9479688" y="270771"/>
                </a:lnTo>
                <a:lnTo>
                  <a:pt x="9645831" y="234723"/>
                </a:lnTo>
                <a:lnTo>
                  <a:pt x="9811975" y="197673"/>
                </a:lnTo>
                <a:lnTo>
                  <a:pt x="9978118" y="161235"/>
                </a:lnTo>
                <a:lnTo>
                  <a:pt x="10144261" y="127393"/>
                </a:lnTo>
                <a:lnTo>
                  <a:pt x="10310404" y="98345"/>
                </a:lnTo>
                <a:lnTo>
                  <a:pt x="10476548" y="76309"/>
                </a:lnTo>
                <a:lnTo>
                  <a:pt x="10642691" y="63331"/>
                </a:lnTo>
                <a:lnTo>
                  <a:pt x="10808834" y="61084"/>
                </a:lnTo>
                <a:lnTo>
                  <a:pt x="10974977" y="70712"/>
                </a:lnTo>
                <a:lnTo>
                  <a:pt x="11141120" y="92699"/>
                </a:lnTo>
                <a:lnTo>
                  <a:pt x="11307264" y="126808"/>
                </a:lnTo>
                <a:lnTo>
                  <a:pt x="11473407" y="172073"/>
                </a:lnTo>
                <a:lnTo>
                  <a:pt x="11639550" y="226857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E5F9"/>
            </a:solidFill>
            <a:prstDash val="solid"/>
          </a:ln>
        </p:spPr>
      </p:sp>
      <p:sp>
        <p:nvSpPr>
          <p:cNvPr id="20" name="flow-accent-bottom-blue">
            <a:extLst xmlns:a="http://schemas.openxmlformats.org/drawingml/2006/main">
              <a:ext uri="{FF2B5EF4-FFF2-40B4-BE49-F238E27FC236}">
                <a16:creationId xmlns:a16="http://schemas.microsoft.com/office/drawing/2014/main" id="{BB500F85-140E-4080-A6A5-26EBC012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8888075" cy="1304925"/>
          </a:xfrm>
          <a:custGeom xmlns:a="http://schemas.openxmlformats.org/drawingml/2006/main">
            <a:pathLst>
              <a:path w="18888075" h="1304925">
                <a:moveTo>
                  <a:pt x="19050" y="1000331"/>
                </a:moveTo>
                <a:lnTo>
                  <a:pt x="223941" y="999813"/>
                </a:lnTo>
                <a:lnTo>
                  <a:pt x="428832" y="978127"/>
                </a:lnTo>
                <a:lnTo>
                  <a:pt x="633723" y="933910"/>
                </a:lnTo>
                <a:lnTo>
                  <a:pt x="838614" y="868504"/>
                </a:lnTo>
                <a:lnTo>
                  <a:pt x="1043505" y="785853"/>
                </a:lnTo>
                <a:lnTo>
                  <a:pt x="1248396" y="691979"/>
                </a:lnTo>
                <a:lnTo>
                  <a:pt x="1453287" y="594124"/>
                </a:lnTo>
                <a:lnTo>
                  <a:pt x="1658178" y="499707"/>
                </a:lnTo>
                <a:lnTo>
                  <a:pt x="1863069" y="415259"/>
                </a:lnTo>
                <a:lnTo>
                  <a:pt x="2067960" y="345509"/>
                </a:lnTo>
                <a:lnTo>
                  <a:pt x="2272851" y="292773"/>
                </a:lnTo>
                <a:lnTo>
                  <a:pt x="2477742" y="256738"/>
                </a:lnTo>
                <a:lnTo>
                  <a:pt x="2682633" y="234681"/>
                </a:lnTo>
                <a:lnTo>
                  <a:pt x="2887524" y="222081"/>
                </a:lnTo>
                <a:lnTo>
                  <a:pt x="3092415" y="213515"/>
                </a:lnTo>
                <a:lnTo>
                  <a:pt x="3297307" y="203698"/>
                </a:lnTo>
                <a:lnTo>
                  <a:pt x="3502198" y="188478"/>
                </a:lnTo>
                <a:lnTo>
                  <a:pt x="3707089" y="165637"/>
                </a:lnTo>
                <a:lnTo>
                  <a:pt x="3911980" y="135344"/>
                </a:lnTo>
                <a:lnTo>
                  <a:pt x="4116871" y="100202"/>
                </a:lnTo>
                <a:lnTo>
                  <a:pt x="4321762" y="64863"/>
                </a:lnTo>
                <a:lnTo>
                  <a:pt x="4526653" y="35294"/>
                </a:lnTo>
                <a:lnTo>
                  <a:pt x="4731544" y="17786"/>
                </a:lnTo>
                <a:lnTo>
                  <a:pt x="4936435" y="17904"/>
                </a:lnTo>
                <a:lnTo>
                  <a:pt x="5141326" y="39527"/>
                </a:lnTo>
                <a:lnTo>
                  <a:pt x="5346217" y="84140"/>
                </a:lnTo>
                <a:lnTo>
                  <a:pt x="5551108" y="150514"/>
                </a:lnTo>
                <a:lnTo>
                  <a:pt x="5755999" y="234806"/>
                </a:lnTo>
                <a:lnTo>
                  <a:pt x="5960890" y="331079"/>
                </a:lnTo>
                <a:lnTo>
                  <a:pt x="6165781" y="432149"/>
                </a:lnTo>
                <a:lnTo>
                  <a:pt x="6370672" y="530630"/>
                </a:lnTo>
                <a:lnTo>
                  <a:pt x="6575563" y="620000"/>
                </a:lnTo>
                <a:lnTo>
                  <a:pt x="6780454" y="695515"/>
                </a:lnTo>
                <a:lnTo>
                  <a:pt x="6985345" y="754826"/>
                </a:lnTo>
                <a:lnTo>
                  <a:pt x="7190236" y="798199"/>
                </a:lnTo>
                <a:lnTo>
                  <a:pt x="7395127" y="828301"/>
                </a:lnTo>
                <a:lnTo>
                  <a:pt x="7600018" y="849591"/>
                </a:lnTo>
                <a:lnTo>
                  <a:pt x="7804909" y="867432"/>
                </a:lnTo>
                <a:lnTo>
                  <a:pt x="8009800" y="887049"/>
                </a:lnTo>
                <a:lnTo>
                  <a:pt x="8214691" y="912532"/>
                </a:lnTo>
                <a:lnTo>
                  <a:pt x="8419582" y="946041"/>
                </a:lnTo>
                <a:lnTo>
                  <a:pt x="8624473" y="987339"/>
                </a:lnTo>
                <a:lnTo>
                  <a:pt x="8829364" y="1033752"/>
                </a:lnTo>
                <a:lnTo>
                  <a:pt x="9034255" y="1080542"/>
                </a:lnTo>
                <a:lnTo>
                  <a:pt x="9239146" y="1121648"/>
                </a:lnTo>
                <a:lnTo>
                  <a:pt x="9444038" y="1150670"/>
                </a:lnTo>
                <a:lnTo>
                  <a:pt x="9648929" y="1161924"/>
                </a:lnTo>
                <a:lnTo>
                  <a:pt x="9853820" y="1151407"/>
                </a:lnTo>
                <a:lnTo>
                  <a:pt x="10058711" y="1117507"/>
                </a:lnTo>
                <a:lnTo>
                  <a:pt x="10263602" y="1061332"/>
                </a:lnTo>
                <a:lnTo>
                  <a:pt x="10468493" y="986616"/>
                </a:lnTo>
                <a:lnTo>
                  <a:pt x="10673384" y="899208"/>
                </a:lnTo>
                <a:lnTo>
                  <a:pt x="10878275" y="806222"/>
                </a:lnTo>
                <a:lnTo>
                  <a:pt x="11083166" y="715001"/>
                </a:lnTo>
                <a:lnTo>
                  <a:pt x="11288057" y="632049"/>
                </a:lnTo>
                <a:lnTo>
                  <a:pt x="11492948" y="562114"/>
                </a:lnTo>
                <a:lnTo>
                  <a:pt x="11697839" y="507568"/>
                </a:lnTo>
                <a:lnTo>
                  <a:pt x="11902730" y="468184"/>
                </a:lnTo>
                <a:lnTo>
                  <a:pt x="12107621" y="441342"/>
                </a:lnTo>
                <a:lnTo>
                  <a:pt x="12312512" y="422631"/>
                </a:lnTo>
                <a:lnTo>
                  <a:pt x="12517403" y="406742"/>
                </a:lnTo>
                <a:lnTo>
                  <a:pt x="12722294" y="388504"/>
                </a:lnTo>
                <a:lnTo>
                  <a:pt x="12927185" y="363877"/>
                </a:lnTo>
                <a:lnTo>
                  <a:pt x="13132076" y="330758"/>
                </a:lnTo>
                <a:lnTo>
                  <a:pt x="13336967" y="289443"/>
                </a:lnTo>
                <a:lnTo>
                  <a:pt x="13541858" y="242677"/>
                </a:lnTo>
                <a:lnTo>
                  <a:pt x="13746749" y="195278"/>
                </a:lnTo>
                <a:lnTo>
                  <a:pt x="13951640" y="153399"/>
                </a:lnTo>
                <a:lnTo>
                  <a:pt x="14156531" y="123552"/>
                </a:lnTo>
                <a:lnTo>
                  <a:pt x="14361422" y="111540"/>
                </a:lnTo>
                <a:lnTo>
                  <a:pt x="14566313" y="121492"/>
                </a:lnTo>
                <a:lnTo>
                  <a:pt x="14771204" y="155153"/>
                </a:lnTo>
                <a:lnTo>
                  <a:pt x="14976095" y="211538"/>
                </a:lnTo>
                <a:lnTo>
                  <a:pt x="15180986" y="287029"/>
                </a:lnTo>
                <a:lnTo>
                  <a:pt x="15385877" y="375875"/>
                </a:lnTo>
                <a:lnTo>
                  <a:pt x="15590768" y="471038"/>
                </a:lnTo>
                <a:lnTo>
                  <a:pt x="15795660" y="565227"/>
                </a:lnTo>
                <a:lnTo>
                  <a:pt x="16000551" y="651966"/>
                </a:lnTo>
                <a:lnTo>
                  <a:pt x="16205442" y="726513"/>
                </a:lnTo>
                <a:lnTo>
                  <a:pt x="16410333" y="786482"/>
                </a:lnTo>
                <a:lnTo>
                  <a:pt x="16615224" y="832074"/>
                </a:lnTo>
                <a:lnTo>
                  <a:pt x="16820115" y="865871"/>
                </a:lnTo>
                <a:lnTo>
                  <a:pt x="17025006" y="892244"/>
                </a:lnTo>
                <a:lnTo>
                  <a:pt x="17229897" y="916456"/>
                </a:lnTo>
                <a:lnTo>
                  <a:pt x="17434788" y="943637"/>
                </a:lnTo>
                <a:lnTo>
                  <a:pt x="17639679" y="977781"/>
                </a:lnTo>
                <a:lnTo>
                  <a:pt x="17844570" y="1020941"/>
                </a:lnTo>
                <a:lnTo>
                  <a:pt x="18049461" y="1072769"/>
                </a:lnTo>
                <a:lnTo>
                  <a:pt x="18254352" y="1130455"/>
                </a:lnTo>
                <a:lnTo>
                  <a:pt x="18459243" y="1189104"/>
                </a:lnTo>
                <a:lnTo>
                  <a:pt x="18664134" y="1242469"/>
                </a:lnTo>
                <a:lnTo>
                  <a:pt x="18869025" y="128393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7BCF7"/>
            </a:solidFill>
            <a:prstDash val="solid"/>
          </a:ln>
        </p:spPr>
      </p:sp>
      <p:sp>
        <p:nvSpPr>
          <p:cNvPr id="21" name="flow-accent-bottom-cyan">
            <a:extLst xmlns:a="http://schemas.openxmlformats.org/drawingml/2006/main">
              <a:ext uri="{FF2B5EF4-FFF2-40B4-BE49-F238E27FC236}">
                <a16:creationId xmlns:a16="http://schemas.microsoft.com/office/drawing/2014/main" id="{CF0E7FD0-440F-4FF7-ADD6-14DCF11E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52975"/>
            <a:ext cx="18888075" cy="1219200"/>
          </a:xfrm>
          <a:custGeom xmlns:a="http://schemas.openxmlformats.org/drawingml/2006/main">
            <a:pathLst>
              <a:path w="18888075" h="1219200">
                <a:moveTo>
                  <a:pt x="19050" y="978962"/>
                </a:moveTo>
                <a:lnTo>
                  <a:pt x="223941" y="942683"/>
                </a:lnTo>
                <a:lnTo>
                  <a:pt x="428832" y="890228"/>
                </a:lnTo>
                <a:lnTo>
                  <a:pt x="633723" y="823905"/>
                </a:lnTo>
                <a:lnTo>
                  <a:pt x="838614" y="747310"/>
                </a:lnTo>
                <a:lnTo>
                  <a:pt x="1043505" y="664913"/>
                </a:lnTo>
                <a:lnTo>
                  <a:pt x="1248396" y="581542"/>
                </a:lnTo>
                <a:lnTo>
                  <a:pt x="1453287" y="501818"/>
                </a:lnTo>
                <a:lnTo>
                  <a:pt x="1658178" y="429618"/>
                </a:lnTo>
                <a:lnTo>
                  <a:pt x="1863069" y="367660"/>
                </a:lnTo>
                <a:lnTo>
                  <a:pt x="2067960" y="317233"/>
                </a:lnTo>
                <a:lnTo>
                  <a:pt x="2272851" y="278145"/>
                </a:lnTo>
                <a:lnTo>
                  <a:pt x="2477742" y="248859"/>
                </a:lnTo>
                <a:lnTo>
                  <a:pt x="2682633" y="226822"/>
                </a:lnTo>
                <a:lnTo>
                  <a:pt x="2887524" y="208930"/>
                </a:lnTo>
                <a:lnTo>
                  <a:pt x="3092415" y="192057"/>
                </a:lnTo>
                <a:lnTo>
                  <a:pt x="3297307" y="173586"/>
                </a:lnTo>
                <a:lnTo>
                  <a:pt x="3502198" y="151855"/>
                </a:lnTo>
                <a:lnTo>
                  <a:pt x="3707089" y="126457"/>
                </a:lnTo>
                <a:lnTo>
                  <a:pt x="3911980" y="98361"/>
                </a:lnTo>
                <a:lnTo>
                  <a:pt x="4116871" y="69818"/>
                </a:lnTo>
                <a:lnTo>
                  <a:pt x="4321762" y="44084"/>
                </a:lnTo>
                <a:lnTo>
                  <a:pt x="4526653" y="24982"/>
                </a:lnTo>
                <a:lnTo>
                  <a:pt x="4731544" y="16375"/>
                </a:lnTo>
                <a:lnTo>
                  <a:pt x="4936435" y="21614"/>
                </a:lnTo>
                <a:lnTo>
                  <a:pt x="5141326" y="43050"/>
                </a:lnTo>
                <a:lnTo>
                  <a:pt x="5346217" y="81668"/>
                </a:lnTo>
                <a:lnTo>
                  <a:pt x="5551108" y="136890"/>
                </a:lnTo>
                <a:lnTo>
                  <a:pt x="5755999" y="206601"/>
                </a:lnTo>
                <a:lnTo>
                  <a:pt x="5960890" y="287359"/>
                </a:lnTo>
                <a:lnTo>
                  <a:pt x="6165781" y="374789"/>
                </a:lnTo>
                <a:lnTo>
                  <a:pt x="6370672" y="464099"/>
                </a:lnTo>
                <a:lnTo>
                  <a:pt x="6575563" y="550641"/>
                </a:lnTo>
                <a:lnTo>
                  <a:pt x="6780454" y="630449"/>
                </a:lnTo>
                <a:lnTo>
                  <a:pt x="6985345" y="700677"/>
                </a:lnTo>
                <a:lnTo>
                  <a:pt x="7190236" y="759878"/>
                </a:lnTo>
                <a:lnTo>
                  <a:pt x="7395127" y="808088"/>
                </a:lnTo>
                <a:lnTo>
                  <a:pt x="7600018" y="846702"/>
                </a:lnTo>
                <a:lnTo>
                  <a:pt x="7804909" y="878165"/>
                </a:lnTo>
                <a:lnTo>
                  <a:pt x="8009800" y="905524"/>
                </a:lnTo>
                <a:lnTo>
                  <a:pt x="8214691" y="931894"/>
                </a:lnTo>
                <a:lnTo>
                  <a:pt x="8419582" y="959930"/>
                </a:lnTo>
                <a:lnTo>
                  <a:pt x="8624473" y="991369"/>
                </a:lnTo>
                <a:lnTo>
                  <a:pt x="8829364" y="1026709"/>
                </a:lnTo>
                <a:lnTo>
                  <a:pt x="9034255" y="1065075"/>
                </a:lnTo>
                <a:lnTo>
                  <a:pt x="9239146" y="1104287"/>
                </a:lnTo>
                <a:lnTo>
                  <a:pt x="9444038" y="1141121"/>
                </a:lnTo>
                <a:lnTo>
                  <a:pt x="9648929" y="1171736"/>
                </a:lnTo>
                <a:lnTo>
                  <a:pt x="9853820" y="1192193"/>
                </a:lnTo>
                <a:lnTo>
                  <a:pt x="10058711" y="1199010"/>
                </a:lnTo>
                <a:lnTo>
                  <a:pt x="10263602" y="1189659"/>
                </a:lnTo>
                <a:lnTo>
                  <a:pt x="10468493" y="1162954"/>
                </a:lnTo>
                <a:lnTo>
                  <a:pt x="10673384" y="1119260"/>
                </a:lnTo>
                <a:lnTo>
                  <a:pt x="10878275" y="1060497"/>
                </a:lnTo>
                <a:lnTo>
                  <a:pt x="11083166" y="989949"/>
                </a:lnTo>
                <a:lnTo>
                  <a:pt x="11288057" y="911880"/>
                </a:lnTo>
                <a:lnTo>
                  <a:pt x="11492948" y="831038"/>
                </a:lnTo>
                <a:lnTo>
                  <a:pt x="11697839" y="752090"/>
                </a:lnTo>
                <a:lnTo>
                  <a:pt x="11902730" y="679080"/>
                </a:lnTo>
                <a:lnTo>
                  <a:pt x="12107621" y="614977"/>
                </a:lnTo>
                <a:lnTo>
                  <a:pt x="12312512" y="561376"/>
                </a:lnTo>
                <a:lnTo>
                  <a:pt x="12517403" y="518399"/>
                </a:lnTo>
                <a:lnTo>
                  <a:pt x="12722294" y="484790"/>
                </a:lnTo>
                <a:lnTo>
                  <a:pt x="12927185" y="458210"/>
                </a:lnTo>
                <a:lnTo>
                  <a:pt x="13132076" y="435675"/>
                </a:lnTo>
                <a:lnTo>
                  <a:pt x="13336967" y="414081"/>
                </a:lnTo>
                <a:lnTo>
                  <a:pt x="13541858" y="390737"/>
                </a:lnTo>
                <a:lnTo>
                  <a:pt x="13746749" y="363832"/>
                </a:lnTo>
                <a:lnTo>
                  <a:pt x="13951640" y="332775"/>
                </a:lnTo>
                <a:lnTo>
                  <a:pt x="14156531" y="298344"/>
                </a:lnTo>
                <a:lnTo>
                  <a:pt x="14361422" y="262646"/>
                </a:lnTo>
                <a:lnTo>
                  <a:pt x="14566313" y="228864"/>
                </a:lnTo>
                <a:lnTo>
                  <a:pt x="14771204" y="200853"/>
                </a:lnTo>
                <a:lnTo>
                  <a:pt x="14976095" y="182621"/>
                </a:lnTo>
                <a:lnTo>
                  <a:pt x="15180986" y="177779"/>
                </a:lnTo>
                <a:lnTo>
                  <a:pt x="15385877" y="189024"/>
                </a:lnTo>
                <a:lnTo>
                  <a:pt x="15590768" y="217747"/>
                </a:lnTo>
                <a:lnTo>
                  <a:pt x="15795660" y="263796"/>
                </a:lnTo>
                <a:lnTo>
                  <a:pt x="16000551" y="325450"/>
                </a:lnTo>
                <a:lnTo>
                  <a:pt x="16205442" y="399594"/>
                </a:lnTo>
                <a:lnTo>
                  <a:pt x="16410333" y="482080"/>
                </a:lnTo>
                <a:lnTo>
                  <a:pt x="16615224" y="568214"/>
                </a:lnTo>
                <a:lnTo>
                  <a:pt x="16820115" y="653322"/>
                </a:lnTo>
                <a:lnTo>
                  <a:pt x="17025006" y="733290"/>
                </a:lnTo>
                <a:lnTo>
                  <a:pt x="17229897" y="805035"/>
                </a:lnTo>
                <a:lnTo>
                  <a:pt x="17434788" y="866817"/>
                </a:lnTo>
                <a:lnTo>
                  <a:pt x="17639679" y="918362"/>
                </a:lnTo>
                <a:lnTo>
                  <a:pt x="17844570" y="960788"/>
                </a:lnTo>
                <a:lnTo>
                  <a:pt x="18049461" y="996325"/>
                </a:lnTo>
                <a:lnTo>
                  <a:pt x="18254352" y="1027894"/>
                </a:lnTo>
                <a:lnTo>
                  <a:pt x="18459243" y="1058587"/>
                </a:lnTo>
                <a:lnTo>
                  <a:pt x="18664134" y="1091129"/>
                </a:lnTo>
                <a:lnTo>
                  <a:pt x="18869025" y="1127402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FD7F4"/>
            </a:solidFill>
            <a:prstDash val="solid"/>
          </a:ln>
        </p:spPr>
      </p:sp>
      <p:sp>
        <p:nvSpPr>
          <p:cNvPr id="22" name="flow-accent-top">
            <a:extLst xmlns:a="http://schemas.openxmlformats.org/drawingml/2006/main">
              <a:ext uri="{FF2B5EF4-FFF2-40B4-BE49-F238E27FC236}">
                <a16:creationId xmlns:a16="http://schemas.microsoft.com/office/drawing/2014/main" id="{CD4D371A-FC61-496C-BDAD-4DB288C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12334875" cy="1095375"/>
          </a:xfrm>
          <a:custGeom xmlns:a="http://schemas.openxmlformats.org/drawingml/2006/main">
            <a:pathLst>
              <a:path w="12334875" h="1095375">
                <a:moveTo>
                  <a:pt x="19050" y="329306"/>
                </a:moveTo>
                <a:lnTo>
                  <a:pt x="189839" y="362226"/>
                </a:lnTo>
                <a:lnTo>
                  <a:pt x="360627" y="400623"/>
                </a:lnTo>
                <a:lnTo>
                  <a:pt x="531416" y="442574"/>
                </a:lnTo>
                <a:lnTo>
                  <a:pt x="702204" y="486196"/>
                </a:lnTo>
                <a:lnTo>
                  <a:pt x="872993" y="529774"/>
                </a:lnTo>
                <a:lnTo>
                  <a:pt x="1043781" y="571870"/>
                </a:lnTo>
                <a:lnTo>
                  <a:pt x="1214570" y="611409"/>
                </a:lnTo>
                <a:lnTo>
                  <a:pt x="1385358" y="647729"/>
                </a:lnTo>
                <a:lnTo>
                  <a:pt x="1556147" y="680590"/>
                </a:lnTo>
                <a:lnTo>
                  <a:pt x="1726935" y="710157"/>
                </a:lnTo>
                <a:lnTo>
                  <a:pt x="1897724" y="736936"/>
                </a:lnTo>
                <a:lnTo>
                  <a:pt x="2068512" y="761690"/>
                </a:lnTo>
                <a:lnTo>
                  <a:pt x="2239301" y="785326"/>
                </a:lnTo>
                <a:lnTo>
                  <a:pt x="2410090" y="808775"/>
                </a:lnTo>
                <a:lnTo>
                  <a:pt x="2580878" y="832871"/>
                </a:lnTo>
                <a:lnTo>
                  <a:pt x="2751667" y="858239"/>
                </a:lnTo>
                <a:lnTo>
                  <a:pt x="2922455" y="885196"/>
                </a:lnTo>
                <a:lnTo>
                  <a:pt x="3093244" y="913694"/>
                </a:lnTo>
                <a:lnTo>
                  <a:pt x="3264032" y="943282"/>
                </a:lnTo>
                <a:lnTo>
                  <a:pt x="3434821" y="973114"/>
                </a:lnTo>
                <a:lnTo>
                  <a:pt x="3605609" y="1001989"/>
                </a:lnTo>
                <a:lnTo>
                  <a:pt x="3776398" y="1028430"/>
                </a:lnTo>
                <a:lnTo>
                  <a:pt x="3947186" y="1050784"/>
                </a:lnTo>
                <a:lnTo>
                  <a:pt x="4117975" y="1067346"/>
                </a:lnTo>
                <a:lnTo>
                  <a:pt x="4288764" y="1076494"/>
                </a:lnTo>
                <a:lnTo>
                  <a:pt x="4459552" y="1076814"/>
                </a:lnTo>
                <a:lnTo>
                  <a:pt x="4630341" y="1067227"/>
                </a:lnTo>
                <a:lnTo>
                  <a:pt x="4801129" y="1047075"/>
                </a:lnTo>
                <a:lnTo>
                  <a:pt x="4971918" y="1016200"/>
                </a:lnTo>
                <a:lnTo>
                  <a:pt x="5142706" y="974961"/>
                </a:lnTo>
                <a:lnTo>
                  <a:pt x="5313495" y="924240"/>
                </a:lnTo>
                <a:lnTo>
                  <a:pt x="5484283" y="865382"/>
                </a:lnTo>
                <a:lnTo>
                  <a:pt x="5655072" y="800126"/>
                </a:lnTo>
                <a:lnTo>
                  <a:pt x="5825860" y="730487"/>
                </a:lnTo>
                <a:lnTo>
                  <a:pt x="5996649" y="658633"/>
                </a:lnTo>
                <a:lnTo>
                  <a:pt x="6167438" y="586740"/>
                </a:lnTo>
                <a:lnTo>
                  <a:pt x="6338226" y="516860"/>
                </a:lnTo>
                <a:lnTo>
                  <a:pt x="6509015" y="450792"/>
                </a:lnTo>
                <a:lnTo>
                  <a:pt x="6679803" y="389980"/>
                </a:lnTo>
                <a:lnTo>
                  <a:pt x="6850592" y="335441"/>
                </a:lnTo>
                <a:lnTo>
                  <a:pt x="7021380" y="287724"/>
                </a:lnTo>
                <a:lnTo>
                  <a:pt x="7192169" y="246910"/>
                </a:lnTo>
                <a:lnTo>
                  <a:pt x="7362957" y="212655"/>
                </a:lnTo>
                <a:lnTo>
                  <a:pt x="7533746" y="184252"/>
                </a:lnTo>
                <a:lnTo>
                  <a:pt x="7704534" y="160738"/>
                </a:lnTo>
                <a:lnTo>
                  <a:pt x="7875323" y="141004"/>
                </a:lnTo>
                <a:lnTo>
                  <a:pt x="8046111" y="123923"/>
                </a:lnTo>
                <a:lnTo>
                  <a:pt x="8216900" y="108476"/>
                </a:lnTo>
                <a:lnTo>
                  <a:pt x="8387689" y="93854"/>
                </a:lnTo>
                <a:lnTo>
                  <a:pt x="8558477" y="79555"/>
                </a:lnTo>
                <a:lnTo>
                  <a:pt x="8729266" y="65432"/>
                </a:lnTo>
                <a:lnTo>
                  <a:pt x="8900054" y="51724"/>
                </a:lnTo>
                <a:lnTo>
                  <a:pt x="9070843" y="39035"/>
                </a:lnTo>
                <a:lnTo>
                  <a:pt x="9241631" y="28290"/>
                </a:lnTo>
                <a:lnTo>
                  <a:pt x="9412420" y="20647"/>
                </a:lnTo>
                <a:lnTo>
                  <a:pt x="9583208" y="17395"/>
                </a:lnTo>
                <a:lnTo>
                  <a:pt x="9753997" y="19830"/>
                </a:lnTo>
                <a:lnTo>
                  <a:pt x="9924785" y="29127"/>
                </a:lnTo>
                <a:lnTo>
                  <a:pt x="10095574" y="46219"/>
                </a:lnTo>
                <a:lnTo>
                  <a:pt x="10266363" y="71685"/>
                </a:lnTo>
                <a:lnTo>
                  <a:pt x="10437151" y="105678"/>
                </a:lnTo>
                <a:lnTo>
                  <a:pt x="10607940" y="147867"/>
                </a:lnTo>
                <a:lnTo>
                  <a:pt x="10778728" y="197428"/>
                </a:lnTo>
                <a:lnTo>
                  <a:pt x="10949517" y="253071"/>
                </a:lnTo>
                <a:lnTo>
                  <a:pt x="11120305" y="313101"/>
                </a:lnTo>
                <a:lnTo>
                  <a:pt x="11291094" y="375513"/>
                </a:lnTo>
                <a:lnTo>
                  <a:pt x="11461882" y="438115"/>
                </a:lnTo>
                <a:lnTo>
                  <a:pt x="11632671" y="498658"/>
                </a:lnTo>
                <a:lnTo>
                  <a:pt x="11803459" y="554983"/>
                </a:lnTo>
                <a:lnTo>
                  <a:pt x="11974248" y="605149"/>
                </a:lnTo>
                <a:lnTo>
                  <a:pt x="12145036" y="647555"/>
                </a:lnTo>
                <a:lnTo>
                  <a:pt x="12315825" y="681031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5D3F3"/>
            </a:solidFill>
            <a:prstDash val="solid"/>
          </a:ln>
        </p:spPr>
      </p:sp>
      <p:sp>
        <p:nvSpPr>
          <p:cNvPr id="23" name="marker-left-blue">
            <a:extLst xmlns:a="http://schemas.openxmlformats.org/drawingml/2006/main">
              <a:ext uri="{FF2B5EF4-FFF2-40B4-BE49-F238E27FC236}">
                <a16:creationId xmlns:a16="http://schemas.microsoft.com/office/drawing/2014/main" id="{E7206426-3790-4FC9-B6EB-9316FF3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229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0FF"/>
          </a:solidFill>
          <a:ln xmlns:a="http://schemas.openxmlformats.org/drawingml/2006/main" w="9906">
            <a:solidFill>
              <a:srgbClr val="4B9DF4"/>
            </a:solidFill>
            <a:prstDash val="solid"/>
          </a:ln>
        </p:spPr>
      </p:sp>
      <p:sp>
        <p:nvSpPr>
          <p:cNvPr id="24" name="marker-top-blue">
            <a:extLst xmlns:a="http://schemas.openxmlformats.org/drawingml/2006/main">
              <a:ext uri="{FF2B5EF4-FFF2-40B4-BE49-F238E27FC236}">
                <a16:creationId xmlns:a16="http://schemas.microsoft.com/office/drawing/2014/main" id="{12C58E89-A0AE-4927-91E8-E04747B7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2085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EF7"/>
          </a:solidFill>
          <a:ln xmlns:a="http://schemas.openxmlformats.org/drawingml/2006/main" w="9906">
            <a:solidFill>
              <a:srgbClr val="448FDA"/>
            </a:solidFill>
            <a:prstDash val="solid"/>
          </a:ln>
        </p:spPr>
      </p:sp>
      <p:sp>
        <p:nvSpPr>
          <p:cNvPr id="25" name="marker-top-orange">
            <a:extLst xmlns:a="http://schemas.openxmlformats.org/drawingml/2006/main">
              <a:ext uri="{FF2B5EF4-FFF2-40B4-BE49-F238E27FC236}">
                <a16:creationId xmlns:a16="http://schemas.microsoft.com/office/drawing/2014/main" id="{07F7C0C7-46E7-4D1E-8202-77B366DA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8775" y="2276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4D"/>
          </a:solidFill>
          <a:ln xmlns:a="http://schemas.openxmlformats.org/drawingml/2006/main" w="9906">
            <a:solidFill>
              <a:srgbClr val="EC9E30"/>
            </a:solidFill>
            <a:prstDash val="solid"/>
          </a:ln>
        </p:spPr>
      </p:sp>
      <p:sp>
        <p:nvSpPr>
          <p:cNvPr id="26" name="marker-bottom-blue">
            <a:extLst xmlns:a="http://schemas.openxmlformats.org/drawingml/2006/main">
              <a:ext uri="{FF2B5EF4-FFF2-40B4-BE49-F238E27FC236}">
                <a16:creationId xmlns:a16="http://schemas.microsoft.com/office/drawing/2014/main" id="{59D949FD-A3F5-4061-9C4F-2558CE84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57340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A9FF"/>
          </a:solidFill>
          <a:ln xmlns:a="http://schemas.openxmlformats.org/drawingml/2006/main" w="11430">
            <a:solidFill>
              <a:srgbClr val="438EE7"/>
            </a:solidFill>
            <a:prstDash val="solid"/>
          </a:ln>
        </p:spPr>
      </p:sp>
      <p:sp>
        <p:nvSpPr>
          <p:cNvPr id="27" name="marker-bottom-right-blue">
            <a:extLst xmlns:a="http://schemas.openxmlformats.org/drawingml/2006/main">
              <a:ext uri="{FF2B5EF4-FFF2-40B4-BE49-F238E27FC236}">
                <a16:creationId xmlns:a16="http://schemas.microsoft.com/office/drawing/2014/main" id="{B3DCC120-EA9A-4F9F-BEE2-86789344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1675" y="5524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6FA"/>
          </a:solidFill>
          <a:ln xmlns:a="http://schemas.openxmlformats.org/drawingml/2006/main" w="9144">
            <a:solidFill>
              <a:srgbClr val="5A9EE7"/>
            </a:solidFill>
            <a:prstDash val="solid"/>
          </a:ln>
        </p:spPr>
      </p:sp>
      <p:sp>
        <p:nvSpPr>
          <p:cNvPr id="28" name="logo-left-motion-ribbon">
            <a:extLst xmlns:a="http://schemas.openxmlformats.org/drawingml/2006/main">
              <a:ext uri="{FF2B5EF4-FFF2-40B4-BE49-F238E27FC236}">
                <a16:creationId xmlns:a16="http://schemas.microsoft.com/office/drawing/2014/main" id="{4E4FD567-82E0-4F39-B81A-294A1F1B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647950"/>
            <a:ext cx="1866900" cy="2552700"/>
          </a:xfrm>
          <a:custGeom xmlns:a="http://schemas.openxmlformats.org/drawingml/2006/main">
            <a:pathLst>
              <a:path w="1866900" h="2552700">
                <a:moveTo>
                  <a:pt x="8845" y="522174"/>
                </a:moveTo>
                <a:lnTo>
                  <a:pt x="36143" y="524424"/>
                </a:lnTo>
                <a:lnTo>
                  <a:pt x="41020" y="528407"/>
                </a:lnTo>
                <a:lnTo>
                  <a:pt x="69709" y="556523"/>
                </a:lnTo>
                <a:lnTo>
                  <a:pt x="111566" y="611286"/>
                </a:lnTo>
                <a:lnTo>
                  <a:pt x="159670" y="689429"/>
                </a:lnTo>
                <a:lnTo>
                  <a:pt x="210485" y="786766"/>
                </a:lnTo>
                <a:lnTo>
                  <a:pt x="262290" y="899409"/>
                </a:lnTo>
                <a:lnTo>
                  <a:pt x="314264" y="1023878"/>
                </a:lnTo>
                <a:lnTo>
                  <a:pt x="366037" y="1157017"/>
                </a:lnTo>
                <a:lnTo>
                  <a:pt x="417485" y="1295901"/>
                </a:lnTo>
                <a:lnTo>
                  <a:pt x="468630" y="1437774"/>
                </a:lnTo>
                <a:lnTo>
                  <a:pt x="519587" y="1580021"/>
                </a:lnTo>
                <a:lnTo>
                  <a:pt x="570559" y="1720166"/>
                </a:lnTo>
                <a:lnTo>
                  <a:pt x="621848" y="1855885"/>
                </a:lnTo>
                <a:lnTo>
                  <a:pt x="673911" y="1985077"/>
                </a:lnTo>
                <a:lnTo>
                  <a:pt x="727497" y="2105979"/>
                </a:lnTo>
                <a:lnTo>
                  <a:pt x="783976" y="2217392"/>
                </a:lnTo>
                <a:lnTo>
                  <a:pt x="846210" y="2319054"/>
                </a:lnTo>
                <a:lnTo>
                  <a:pt x="920918" y="2411810"/>
                </a:lnTo>
                <a:lnTo>
                  <a:pt x="1024149" y="2494242"/>
                </a:lnTo>
                <a:lnTo>
                  <a:pt x="1178046" y="2542515"/>
                </a:lnTo>
                <a:lnTo>
                  <a:pt x="1320418" y="2519798"/>
                </a:lnTo>
                <a:lnTo>
                  <a:pt x="1401769" y="2475206"/>
                </a:lnTo>
                <a:lnTo>
                  <a:pt x="1444953" y="2440633"/>
                </a:lnTo>
                <a:lnTo>
                  <a:pt x="1483482" y="2403760"/>
                </a:lnTo>
                <a:lnTo>
                  <a:pt x="1518270" y="2365145"/>
                </a:lnTo>
                <a:lnTo>
                  <a:pt x="1550040" y="2325137"/>
                </a:lnTo>
                <a:lnTo>
                  <a:pt x="1579339" y="2283988"/>
                </a:lnTo>
                <a:lnTo>
                  <a:pt x="1606569" y="2241909"/>
                </a:lnTo>
                <a:lnTo>
                  <a:pt x="1632021" y="2199107"/>
                </a:lnTo>
                <a:lnTo>
                  <a:pt x="1655907" y="2155799"/>
                </a:lnTo>
                <a:lnTo>
                  <a:pt x="1678381" y="2112214"/>
                </a:lnTo>
                <a:lnTo>
                  <a:pt x="1699551" y="2068599"/>
                </a:lnTo>
                <a:lnTo>
                  <a:pt x="1719496" y="2025215"/>
                </a:lnTo>
                <a:lnTo>
                  <a:pt x="1738270" y="1982339"/>
                </a:lnTo>
                <a:lnTo>
                  <a:pt x="1755907" y="1940261"/>
                </a:lnTo>
                <a:lnTo>
                  <a:pt x="1772428" y="1899287"/>
                </a:lnTo>
                <a:lnTo>
                  <a:pt x="1787838" y="1859734"/>
                </a:lnTo>
                <a:lnTo>
                  <a:pt x="1802130" y="1821937"/>
                </a:lnTo>
                <a:lnTo>
                  <a:pt x="1815281" y="1786247"/>
                </a:lnTo>
                <a:lnTo>
                  <a:pt x="1827246" y="1753042"/>
                </a:lnTo>
                <a:lnTo>
                  <a:pt x="1837949" y="1722734"/>
                </a:lnTo>
                <a:lnTo>
                  <a:pt x="1847262" y="1695788"/>
                </a:lnTo>
                <a:lnTo>
                  <a:pt x="1856249" y="1670725"/>
                </a:lnTo>
                <a:lnTo>
                  <a:pt x="1629901" y="1529675"/>
                </a:lnTo>
                <a:lnTo>
                  <a:pt x="1609377" y="1551968"/>
                </a:lnTo>
                <a:lnTo>
                  <a:pt x="1587344" y="1578326"/>
                </a:lnTo>
                <a:lnTo>
                  <a:pt x="1564919" y="1606603"/>
                </a:lnTo>
                <a:lnTo>
                  <a:pt x="1542028" y="1636599"/>
                </a:lnTo>
                <a:lnTo>
                  <a:pt x="1518647" y="1668060"/>
                </a:lnTo>
                <a:lnTo>
                  <a:pt x="1494787" y="1700698"/>
                </a:lnTo>
                <a:lnTo>
                  <a:pt x="1470478" y="1734200"/>
                </a:lnTo>
                <a:lnTo>
                  <a:pt x="1445766" y="1768234"/>
                </a:lnTo>
                <a:lnTo>
                  <a:pt x="1420711" y="1802453"/>
                </a:lnTo>
                <a:lnTo>
                  <a:pt x="1395386" y="1836496"/>
                </a:lnTo>
                <a:lnTo>
                  <a:pt x="1369880" y="1869989"/>
                </a:lnTo>
                <a:lnTo>
                  <a:pt x="1344300" y="1902541"/>
                </a:lnTo>
                <a:lnTo>
                  <a:pt x="1318779" y="1933750"/>
                </a:lnTo>
                <a:lnTo>
                  <a:pt x="1293478" y="1963196"/>
                </a:lnTo>
                <a:lnTo>
                  <a:pt x="1268606" y="1990444"/>
                </a:lnTo>
                <a:lnTo>
                  <a:pt x="1244426" y="2015043"/>
                </a:lnTo>
                <a:lnTo>
                  <a:pt x="1221286" y="2036536"/>
                </a:lnTo>
                <a:lnTo>
                  <a:pt x="1199640" y="2054469"/>
                </a:lnTo>
                <a:lnTo>
                  <a:pt x="1180088" y="2068428"/>
                </a:lnTo>
                <a:lnTo>
                  <a:pt x="1163408" y="2078095"/>
                </a:lnTo>
                <a:lnTo>
                  <a:pt x="1150567" y="2083365"/>
                </a:lnTo>
                <a:lnTo>
                  <a:pt x="1175132" y="2071252"/>
                </a:lnTo>
                <a:lnTo>
                  <a:pt x="1217082" y="2066977"/>
                </a:lnTo>
                <a:lnTo>
                  <a:pt x="1272113" y="2080449"/>
                </a:lnTo>
                <a:lnTo>
                  <a:pt x="1277702" y="2079925"/>
                </a:lnTo>
                <a:lnTo>
                  <a:pt x="1255659" y="2046659"/>
                </a:lnTo>
                <a:lnTo>
                  <a:pt x="1221700" y="1984321"/>
                </a:lnTo>
                <a:lnTo>
                  <a:pt x="1182212" y="1898844"/>
                </a:lnTo>
                <a:lnTo>
                  <a:pt x="1139723" y="1795052"/>
                </a:lnTo>
                <a:lnTo>
                  <a:pt x="1095271" y="1676838"/>
                </a:lnTo>
                <a:lnTo>
                  <a:pt x="1049273" y="1547525"/>
                </a:lnTo>
                <a:lnTo>
                  <a:pt x="1001851" y="1410099"/>
                </a:lnTo>
                <a:lnTo>
                  <a:pt x="952977" y="1267326"/>
                </a:lnTo>
                <a:lnTo>
                  <a:pt x="902518" y="1121818"/>
                </a:lnTo>
                <a:lnTo>
                  <a:pt x="850260" y="976046"/>
                </a:lnTo>
                <a:lnTo>
                  <a:pt x="795889" y="832345"/>
                </a:lnTo>
                <a:lnTo>
                  <a:pt x="738949" y="692877"/>
                </a:lnTo>
                <a:lnTo>
                  <a:pt x="678739" y="559572"/>
                </a:lnTo>
                <a:lnTo>
                  <a:pt x="614104" y="434042"/>
                </a:lnTo>
                <a:lnTo>
                  <a:pt x="542990" y="317484"/>
                </a:lnTo>
                <a:lnTo>
                  <a:pt x="461528" y="210801"/>
                </a:lnTo>
                <a:lnTo>
                  <a:pt x="362465" y="115815"/>
                </a:lnTo>
                <a:lnTo>
                  <a:pt x="234824" y="40128"/>
                </a:lnTo>
                <a:lnTo>
                  <a:pt x="124505" y="11226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298FF"/>
              </a:gs>
              <a:gs pos="52000">
                <a:srgbClr val="0064F3"/>
              </a:gs>
              <a:gs pos="100000">
                <a:srgbClr val="0048D7"/>
              </a:gs>
            </a:gsLst>
            <a:lin ang="108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logo-right-motion-ribbon">
            <a:extLst xmlns:a="http://schemas.openxmlformats.org/drawingml/2006/main">
              <a:ext uri="{FF2B5EF4-FFF2-40B4-BE49-F238E27FC236}">
                <a16:creationId xmlns:a16="http://schemas.microsoft.com/office/drawing/2014/main" id="{B1AA2980-18BE-4C53-8171-B8E8AD59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24150"/>
            <a:ext cx="2000250" cy="2514600"/>
          </a:xfrm>
          <a:custGeom xmlns:a="http://schemas.openxmlformats.org/drawingml/2006/main">
            <a:pathLst>
              <a:path w="2000250" h="2514600">
                <a:moveTo>
                  <a:pt x="4977" y="1584476"/>
                </a:moveTo>
                <a:lnTo>
                  <a:pt x="25271" y="1636265"/>
                </a:lnTo>
                <a:lnTo>
                  <a:pt x="44812" y="1689313"/>
                </a:lnTo>
                <a:lnTo>
                  <a:pt x="64539" y="1744735"/>
                </a:lnTo>
                <a:lnTo>
                  <a:pt x="84517" y="1801915"/>
                </a:lnTo>
                <a:lnTo>
                  <a:pt x="104838" y="1860266"/>
                </a:lnTo>
                <a:lnTo>
                  <a:pt x="125621" y="1919231"/>
                </a:lnTo>
                <a:lnTo>
                  <a:pt x="147019" y="1978288"/>
                </a:lnTo>
                <a:lnTo>
                  <a:pt x="169226" y="2036958"/>
                </a:lnTo>
                <a:lnTo>
                  <a:pt x="192495" y="2094813"/>
                </a:lnTo>
                <a:lnTo>
                  <a:pt x="217166" y="2151496"/>
                </a:lnTo>
                <a:lnTo>
                  <a:pt x="243724" y="2206727"/>
                </a:lnTo>
                <a:lnTo>
                  <a:pt x="272880" y="2260321"/>
                </a:lnTo>
                <a:lnTo>
                  <a:pt x="305717" y="2312161"/>
                </a:lnTo>
                <a:lnTo>
                  <a:pt x="343904" y="2362082"/>
                </a:lnTo>
                <a:lnTo>
                  <a:pt x="389935" y="2409506"/>
                </a:lnTo>
                <a:lnTo>
                  <a:pt x="447081" y="2452574"/>
                </a:lnTo>
                <a:lnTo>
                  <a:pt x="518132" y="2486832"/>
                </a:lnTo>
                <a:lnTo>
                  <a:pt x="602007" y="2505127"/>
                </a:lnTo>
                <a:lnTo>
                  <a:pt x="691062" y="2501691"/>
                </a:lnTo>
                <a:lnTo>
                  <a:pt x="775315" y="2477317"/>
                </a:lnTo>
                <a:lnTo>
                  <a:pt x="849696" y="2437523"/>
                </a:lnTo>
                <a:lnTo>
                  <a:pt x="918603" y="2383214"/>
                </a:lnTo>
                <a:lnTo>
                  <a:pt x="988259" y="2308690"/>
                </a:lnTo>
                <a:lnTo>
                  <a:pt x="1051872" y="2227443"/>
                </a:lnTo>
                <a:lnTo>
                  <a:pt x="1111707" y="2139509"/>
                </a:lnTo>
                <a:lnTo>
                  <a:pt x="1168790" y="2045501"/>
                </a:lnTo>
                <a:lnTo>
                  <a:pt x="1223778" y="1946090"/>
                </a:lnTo>
                <a:lnTo>
                  <a:pt x="1277097" y="1842026"/>
                </a:lnTo>
                <a:lnTo>
                  <a:pt x="1329037" y="1734130"/>
                </a:lnTo>
                <a:lnTo>
                  <a:pt x="1379800" y="1623287"/>
                </a:lnTo>
                <a:lnTo>
                  <a:pt x="1429531" y="1510429"/>
                </a:lnTo>
                <a:lnTo>
                  <a:pt x="1478335" y="1396529"/>
                </a:lnTo>
                <a:lnTo>
                  <a:pt x="1526288" y="1282594"/>
                </a:lnTo>
                <a:lnTo>
                  <a:pt x="1573442" y="1169665"/>
                </a:lnTo>
                <a:lnTo>
                  <a:pt x="1619828" y="1058814"/>
                </a:lnTo>
                <a:lnTo>
                  <a:pt x="1665449" y="951151"/>
                </a:lnTo>
                <a:lnTo>
                  <a:pt x="1710277" y="847830"/>
                </a:lnTo>
                <a:lnTo>
                  <a:pt x="1754240" y="750060"/>
                </a:lnTo>
                <a:lnTo>
                  <a:pt x="1797197" y="659126"/>
                </a:lnTo>
                <a:lnTo>
                  <a:pt x="1838893" y="576419"/>
                </a:lnTo>
                <a:lnTo>
                  <a:pt x="1878887" y="503475"/>
                </a:lnTo>
                <a:lnTo>
                  <a:pt x="1916400" y="442035"/>
                </a:lnTo>
                <a:lnTo>
                  <a:pt x="1950032" y="394085"/>
                </a:lnTo>
                <a:lnTo>
                  <a:pt x="1987201" y="350333"/>
                </a:lnTo>
                <a:lnTo>
                  <a:pt x="1575149" y="11617"/>
                </a:lnTo>
                <a:lnTo>
                  <a:pt x="1523984" y="75324"/>
                </a:lnTo>
                <a:lnTo>
                  <a:pt x="1469219" y="156130"/>
                </a:lnTo>
                <a:lnTo>
                  <a:pt x="1418205" y="242659"/>
                </a:lnTo>
                <a:lnTo>
                  <a:pt x="1369479" y="334818"/>
                </a:lnTo>
                <a:lnTo>
                  <a:pt x="1322198" y="432263"/>
                </a:lnTo>
                <a:lnTo>
                  <a:pt x="1275855" y="534449"/>
                </a:lnTo>
                <a:lnTo>
                  <a:pt x="1230132" y="640682"/>
                </a:lnTo>
                <a:lnTo>
                  <a:pt x="1184823" y="750167"/>
                </a:lnTo>
                <a:lnTo>
                  <a:pt x="1139792" y="862030"/>
                </a:lnTo>
                <a:lnTo>
                  <a:pt x="1094946" y="975342"/>
                </a:lnTo>
                <a:lnTo>
                  <a:pt x="1050225" y="1089131"/>
                </a:lnTo>
                <a:lnTo>
                  <a:pt x="1005594" y="1202386"/>
                </a:lnTo>
                <a:lnTo>
                  <a:pt x="961040" y="1314066"/>
                </a:lnTo>
                <a:lnTo>
                  <a:pt x="916576" y="1423096"/>
                </a:lnTo>
                <a:lnTo>
                  <a:pt x="872243" y="1528365"/>
                </a:lnTo>
                <a:lnTo>
                  <a:pt x="828121" y="1628724"/>
                </a:lnTo>
                <a:lnTo>
                  <a:pt x="784348" y="1722974"/>
                </a:lnTo>
                <a:lnTo>
                  <a:pt x="741148" y="1809855"/>
                </a:lnTo>
                <a:lnTo>
                  <a:pt x="698884" y="1888035"/>
                </a:lnTo>
                <a:lnTo>
                  <a:pt x="658148" y="1956100"/>
                </a:lnTo>
                <a:lnTo>
                  <a:pt x="619902" y="2012583"/>
                </a:lnTo>
                <a:lnTo>
                  <a:pt x="586347" y="2055436"/>
                </a:lnTo>
                <a:lnTo>
                  <a:pt x="581310" y="2063326"/>
                </a:lnTo>
                <a:lnTo>
                  <a:pt x="584420" y="2065485"/>
                </a:lnTo>
                <a:lnTo>
                  <a:pt x="599913" y="2064065"/>
                </a:lnTo>
                <a:lnTo>
                  <a:pt x="622560" y="2065828"/>
                </a:lnTo>
                <a:lnTo>
                  <a:pt x="642216" y="2072812"/>
                </a:lnTo>
                <a:lnTo>
                  <a:pt x="651078" y="2080496"/>
                </a:lnTo>
                <a:lnTo>
                  <a:pt x="647902" y="2082970"/>
                </a:lnTo>
                <a:lnTo>
                  <a:pt x="635317" y="2077026"/>
                </a:lnTo>
                <a:lnTo>
                  <a:pt x="616435" y="2062051"/>
                </a:lnTo>
                <a:lnTo>
                  <a:pt x="593587" y="2038710"/>
                </a:lnTo>
                <a:lnTo>
                  <a:pt x="568282" y="2008086"/>
                </a:lnTo>
                <a:lnTo>
                  <a:pt x="541442" y="1971305"/>
                </a:lnTo>
                <a:lnTo>
                  <a:pt x="513617" y="1929427"/>
                </a:lnTo>
                <a:lnTo>
                  <a:pt x="485129" y="1883420"/>
                </a:lnTo>
                <a:lnTo>
                  <a:pt x="456160" y="1834170"/>
                </a:lnTo>
                <a:lnTo>
                  <a:pt x="426800" y="1782494"/>
                </a:lnTo>
                <a:lnTo>
                  <a:pt x="397084" y="1729160"/>
                </a:lnTo>
                <a:lnTo>
                  <a:pt x="367001" y="1674889"/>
                </a:lnTo>
                <a:lnTo>
                  <a:pt x="336511" y="1620371"/>
                </a:lnTo>
                <a:lnTo>
                  <a:pt x="305545" y="1566262"/>
                </a:lnTo>
                <a:lnTo>
                  <a:pt x="274006" y="1513193"/>
                </a:lnTo>
                <a:lnTo>
                  <a:pt x="242673" y="1463524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0785D9"/>
              </a:gs>
              <a:gs pos="45000">
                <a:srgbClr val="05B9D0"/>
              </a:gs>
              <a:gs pos="100000">
                <a:srgbClr val="28DDEB"/>
              </a:gs>
            </a:gsLst>
            <a:lin ang="48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0" name="logo-exact-time-node">
            <a:extLst xmlns:a="http://schemas.openxmlformats.org/drawingml/2006/main">
              <a:ext uri="{FF2B5EF4-FFF2-40B4-BE49-F238E27FC236}">
                <a16:creationId xmlns:a16="http://schemas.microsoft.com/office/drawing/2014/main" id="{AADF3B8E-3035-4FD8-906E-634D323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0025"/>
            <a:ext cx="371475" cy="37147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C45C"/>
              </a:gs>
              <a:gs pos="100000">
                <a:srgbClr val="F39A12"/>
              </a:gs>
            </a:gsLst>
            <a:path path="shape"/>
          </a:gradFill>
          <a:ln xmlns:a="http://schemas.openxmlformats.org/drawingml/2006/main" w="7620">
            <a:solidFill>
              <a:srgbClr val="E890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1" name="dynamicwam-editable-title">
            <a:extLst xmlns:a="http://schemas.openxmlformats.org/drawingml/2006/main">
              <a:ext uri="{FF2B5EF4-FFF2-40B4-BE49-F238E27FC236}">
                <a16:creationId xmlns:a16="http://schemas.microsoft.com/office/drawing/2014/main" id="{0D187E88-E08C-4311-810E-6AB8B49C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1200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50" b="1">
                <a:gradFill>
                  <a:gsLst>
                    <a:gs pos="0">
                      <a:srgbClr val="172C4A"/>
                    </a:gs>
                    <a:gs pos="50000">
                      <a:srgbClr val="0B1930"/>
                    </a:gs>
                    <a:gs pos="100000">
                      <a:srgbClr val="142844"/>
                    </a:gs>
                  </a:gsLst>
                  <a:lin ang="5400000"/>
                </a:gradFill>
                <a:latin typeface="Avenir Next"/>
                <a:ea typeface="Avenir Next"/>
                <a:cs typeface="Avenir Next"/>
              </a:defRPr>
            </a:pPr>
            <a:r>
              <a:rPr sz="13050" b="1">
                <a:gradFill>
                  <a:gsLst>
                    <a:gs pos="0">
                      <a:srgbClr val="172C4A"/>
                    </a:gs>
                    <a:gs pos="50000">
                      <a:srgbClr val="0B1930"/>
                    </a:gs>
                    <a:gs pos="100000">
                      <a:srgbClr val="142844"/>
                    </a:gs>
                  </a:gsLst>
                  <a:lin ang="5400000"/>
                </a:gradFill>
                <a:latin typeface="Avenir Next"/>
                <a:ea typeface="Avenir Next"/>
                <a:cs typeface="Avenir Next"/>
              </a:rPr>
              <a:t>DynamicWAM</a:t>
            </a:r>
          </a:p>
        </p:txBody>
      </p:sp>
    </p:spTree>
    <p:extLst>
      <p:ext uri="{BB962C8B-B14F-4D97-AF65-F5344CB8AC3E}">
        <p14:creationId xmlns:p14="http://schemas.microsoft.com/office/powerpoint/2010/main" val="1658993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23825" dist="60241" dir="4293903">
              <a:srgbClr val="06479D">
                <a:alpha val="20000"/>
              </a:srgbClr>
            </a:outerShdw>
          </a:effectLst>
        </a:effectStyle>
        <a:effectStyle>
          <a:effectLst>
            <a:outerShdw blurRad="123825" dist="60241" dir="4293903">
              <a:srgbClr val="087C9D">
                <a:alpha val="18000"/>
              </a:srgbClr>
            </a:outerShdw>
          </a:effectLst>
        </a:effectStyle>
        <a:effectStyle>
          <a:effectLst>
            <a:outerShdw blurRad="76200" dist="39273" dir="4557825">
              <a:srgbClr val="C97808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2026-07-31T06:16:22.0090000Z</dcterms:created>
  <dcterms:modified xsi:type="dcterms:W3CDTF">2026-07-31T06:16:22.0090000Z</dcterms:modified>
</coreProperties>
</file>